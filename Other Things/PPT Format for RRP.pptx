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0" autoAdjust="0"/>
    <p:restoredTop sz="94803" autoAdjust="0"/>
  </p:normalViewPr>
  <p:slideViewPr>
    <p:cSldViewPr>
      <p:cViewPr>
        <p:scale>
          <a:sx n="71" d="100"/>
          <a:sy n="71" d="100"/>
        </p:scale>
        <p:origin x="-2832" y="-9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487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487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7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0487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487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fld id="{DCE1884E-8799-4CCC-AF0B-9A3160FB89A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723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/>
          </a:p>
        </p:txBody>
      </p:sp>
      <p:sp>
        <p:nvSpPr>
          <p:cNvPr id="1048656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/>
          </a:p>
        </p:txBody>
      </p:sp>
      <p:sp>
        <p:nvSpPr>
          <p:cNvPr id="1048657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/>
          </a:p>
        </p:txBody>
      </p:sp>
      <p:sp>
        <p:nvSpPr>
          <p:cNvPr id="1048658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/>
          </a:p>
        </p:txBody>
      </p:sp>
      <p:sp>
        <p:nvSpPr>
          <p:cNvPr id="1048659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60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61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62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63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64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65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 dirty="0"/>
          </a:p>
        </p:txBody>
      </p:sp>
      <p:sp>
        <p:nvSpPr>
          <p:cNvPr id="1048666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 dirty="0"/>
          </a:p>
        </p:txBody>
      </p:sp>
      <p:sp>
        <p:nvSpPr>
          <p:cNvPr id="1048667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 dirty="0"/>
          </a:p>
        </p:txBody>
      </p:sp>
      <p:sp>
        <p:nvSpPr>
          <p:cNvPr id="1048668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 dirty="0"/>
          </a:p>
        </p:txBody>
      </p:sp>
      <p:sp>
        <p:nvSpPr>
          <p:cNvPr id="1048669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 dirty="0"/>
          </a:p>
        </p:txBody>
      </p:sp>
      <p:sp>
        <p:nvSpPr>
          <p:cNvPr id="1048670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 dirty="0"/>
          </a:p>
        </p:txBody>
      </p:sp>
      <p:sp>
        <p:nvSpPr>
          <p:cNvPr id="1048671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2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73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1048674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/>
          <a:p>
            <a:endParaRPr lang="en-US"/>
          </a:p>
        </p:txBody>
      </p:sp>
      <p:sp>
        <p:nvSpPr>
          <p:cNvPr id="1048675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/>
          <a:p>
            <a:fld id="{8BAF6E6F-9B47-4F98-9031-2060592B92EB}" type="slidenum">
              <a:rPr lang="en-US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89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048590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DF03486-A00B-4193-9167-A8A1A9AB9B5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48591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/>
          </a:p>
        </p:txBody>
      </p:sp>
      <p:sp>
        <p:nvSpPr>
          <p:cNvPr id="1048621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/>
          </a:p>
        </p:txBody>
      </p:sp>
      <p:sp>
        <p:nvSpPr>
          <p:cNvPr id="1048622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/>
          </a:p>
        </p:txBody>
      </p:sp>
      <p:sp>
        <p:nvSpPr>
          <p:cNvPr id="1048623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/>
          </a:p>
        </p:txBody>
      </p:sp>
      <p:sp>
        <p:nvSpPr>
          <p:cNvPr id="1048624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25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26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27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28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29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 dirty="0"/>
          </a:p>
        </p:txBody>
      </p:sp>
      <p:sp>
        <p:nvSpPr>
          <p:cNvPr id="1048630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 dirty="0"/>
          </a:p>
        </p:txBody>
      </p:sp>
      <p:sp>
        <p:nvSpPr>
          <p:cNvPr id="1048631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 dirty="0"/>
          </a:p>
        </p:txBody>
      </p:sp>
      <p:sp>
        <p:nvSpPr>
          <p:cNvPr id="1048632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 dirty="0"/>
          </a:p>
        </p:txBody>
      </p:sp>
      <p:sp>
        <p:nvSpPr>
          <p:cNvPr id="1048633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 dirty="0"/>
          </a:p>
        </p:txBody>
      </p:sp>
      <p:sp>
        <p:nvSpPr>
          <p:cNvPr id="1048634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 dirty="0"/>
          </a:p>
        </p:txBody>
      </p:sp>
      <p:sp>
        <p:nvSpPr>
          <p:cNvPr id="1048635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7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8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/>
          <a:p>
            <a:endParaRPr lang="en-US"/>
          </a:p>
        </p:txBody>
      </p:sp>
      <p:sp>
        <p:nvSpPr>
          <p:cNvPr id="104864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/>
          <a:p>
            <a:fld id="{ABC6B29C-E0AE-4BA6-8A7E-9DD383C18717}" type="slidenum">
              <a:rPr lang="en-US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5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6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1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1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8D72-3365-43AA-921E-177245DAC1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7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8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9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30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31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6E4AB-3E90-45D5-AB7F-D0225D0E08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2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048653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7D3D291-37ED-4D6A-A4F8-1A4249F327F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48654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0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A550-B4D3-4994-972D-4BCE496A303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048677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048678" name="Straight Connector 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048679" name="Straight Connector 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80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/>
          </a:p>
        </p:txBody>
      </p:sp>
      <p:sp>
        <p:nvSpPr>
          <p:cNvPr id="1048681" name="Straight Connector 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82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 dirty="0"/>
          </a:p>
        </p:txBody>
      </p:sp>
      <p:sp>
        <p:nvSpPr>
          <p:cNvPr id="1048683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4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5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6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048687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C122549-78EF-42E0-8D40-2FF9860133A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48688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714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 dirty="0"/>
          </a:p>
        </p:txBody>
      </p:sp>
      <p:sp>
        <p:nvSpPr>
          <p:cNvPr id="1048715" name="Straight Connector 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716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/>
          </a:p>
        </p:txBody>
      </p:sp>
      <p:sp>
        <p:nvSpPr>
          <p:cNvPr id="1048717" name="Straight Connector 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718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048719" name="Straight Connector 1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048720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1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48722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3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048724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22E6CB8-10BB-4B59-8AFE-9583663D5E3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48725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0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3FF0E-E39A-45C5-9A64-3D63F4DFD6D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4F01-5F0A-4845-B09E-D578A33FB3C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Title 1"/>
          <p:cNvSpPr>
            <a:spLocks noGrp="1"/>
          </p:cNvSpPr>
          <p:nvPr>
            <p:ph type="title" sz="quarter"/>
          </p:nvPr>
        </p:nvSpPr>
        <p:spPr>
          <a:xfrm>
            <a:off x="457200" y="277814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706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707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1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708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4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709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1764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710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2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D0A65-7576-47EB-9E87-3A12C21C51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>
          <a:xfrm>
            <a:off x="457200" y="277814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642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643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1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644" name="Text Placeholder 4"/>
          <p:cNvSpPr>
            <a:spLocks noGrp="1"/>
          </p:cNvSpPr>
          <p:nvPr>
            <p:ph type="body" sz="half" idx="3"/>
          </p:nvPr>
        </p:nvSpPr>
        <p:spPr>
          <a:xfrm>
            <a:off x="457200" y="3941764"/>
            <a:ext cx="8229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64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EFC-DAC9-4C7D-BB88-F7B1F67998E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>
          <a:xfrm>
            <a:off x="457200" y="277814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609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457200" y="1600201"/>
            <a:ext cx="4038600" cy="4530725"/>
          </a:xfrm>
        </p:spPr>
        <p:txBody>
          <a:bodyPr rtlCol="0">
            <a:normAutofit/>
          </a:bodyPr>
          <a:lstStyle/>
          <a:p>
            <a:pPr lvl="0"/>
            <a:endParaRPr lang="en-IN" noProof="0" smtClean="0"/>
          </a:p>
        </p:txBody>
      </p:sp>
      <p:sp>
        <p:nvSpPr>
          <p:cNvPr id="10486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1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611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1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1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C1756-27E8-41EA-8282-10284CA71AC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1"/>
          <p:cNvSpPr>
            <a:spLocks noGrp="1"/>
          </p:cNvSpPr>
          <p:nvPr>
            <p:ph type="title"/>
          </p:nvPr>
        </p:nvSpPr>
        <p:spPr>
          <a:xfrm>
            <a:off x="457200" y="277814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69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229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691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41764"/>
            <a:ext cx="8229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69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72E05-CE5C-4C7C-89E4-462F04D3C45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048577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579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048581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582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583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/>
          </a:p>
        </p:txBody>
      </p:sp>
      <p:sp>
        <p:nvSpPr>
          <p:cNvPr id="1048584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585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endParaRPr lang="en-US" dirty="0"/>
          </a:p>
        </p:txBody>
      </p:sp>
      <p:sp>
        <p:nvSpPr>
          <p:cNvPr id="1048586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29A5317-7720-458C-9654-302A2D1691B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5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5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8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8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48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48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48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48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48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48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48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48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77" grpId="0"/>
      <p:bldP spid="1048578" grpId="0" build="p"/>
    </p:bld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D36F07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6C0AA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CDACAE"/>
        </a:buClr>
        <a:buSzPct val="68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048591"/>
          <p:cNvSpPr>
            <a:spLocks noGrp="1"/>
          </p:cNvSpPr>
          <p:nvPr>
            <p:ph type="title"/>
          </p:nvPr>
        </p:nvSpPr>
        <p:spPr>
          <a:xfrm>
            <a:off x="228600" y="2209800"/>
            <a:ext cx="8610600" cy="2362200"/>
          </a:xfrm>
          <a:noFill/>
        </p:spPr>
        <p:txBody>
          <a:bodyPr anchor="t">
            <a:normAutofit fontScale="90000"/>
          </a:bodyPr>
          <a:lstStyle/>
          <a:p>
            <a:pPr algn="ctr"/>
            <a:r>
              <a:rPr lang="en-US" sz="36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Teegala Krishna Reddy Engineering College</a:t>
            </a:r>
            <a:br>
              <a:rPr lang="en-US" sz="36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16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36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Project</a:t>
            </a:r>
            <a:br>
              <a:rPr lang="en-US" sz="36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36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</a:t>
            </a:r>
            <a:r>
              <a:rPr lang="en-US" altLang="en-GB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en-GB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GB" sz="36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title Name</a:t>
            </a:r>
            <a:endParaRPr lang="en-GB" sz="4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93" name="Content Placeholder 1048592"/>
          <p:cNvSpPr>
            <a:spLocks noGrp="1"/>
          </p:cNvSpPr>
          <p:nvPr>
            <p:ph sz="quarter" idx="1"/>
          </p:nvPr>
        </p:nvSpPr>
        <p:spPr>
          <a:xfrm>
            <a:off x="5165393" y="5105400"/>
            <a:ext cx="3597607" cy="1600200"/>
          </a:xfrm>
        </p:spPr>
        <p:txBody>
          <a:bodyPr anchor="t"/>
          <a:lstStyle/>
          <a:p>
            <a:pPr marL="0" indent="0">
              <a:buNone/>
            </a:pPr>
            <a:r>
              <a:rPr lang="en-US" altLang="en-GB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Presented by: </a:t>
            </a:r>
            <a:endParaRPr lang="en-GB" sz="28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en-GB" sz="3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P. Swetha</a:t>
            </a:r>
            <a:endParaRPr lang="en-GB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en-GB" sz="3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24R91A6701</a:t>
            </a:r>
            <a:endParaRPr lang="en-GB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381000"/>
            <a:ext cx="2438400" cy="17525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048593"/>
          <p:cNvSpPr>
            <a:spLocks noGrp="1"/>
          </p:cNvSpPr>
          <p:nvPr>
            <p:ph type="title"/>
          </p:nvPr>
        </p:nvSpPr>
        <p:spPr>
          <a:xfrm>
            <a:off x="457198" y="304800"/>
            <a:ext cx="7467600" cy="11430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Agenda</a:t>
            </a:r>
            <a:endParaRPr lang="en-GB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95" name="Content Placeholder 1048594"/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7467600" cy="5029200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en-US" altLang="en-GB" sz="2800" dirty="0" smtClean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pPr algn="just">
              <a:buFont typeface="Arial" pitchFamily="34" charset="0"/>
              <a:buChar char="•"/>
            </a:pPr>
            <a:r>
              <a:rPr lang="en-US" altLang="en-GB" sz="2800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altLang="en-GB" sz="2800" dirty="0">
                <a:latin typeface="Times New Roman" pitchFamily="18" charset="0"/>
                <a:cs typeface="Times New Roman" pitchFamily="18" charset="0"/>
              </a:rPr>
              <a:t>Existing system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altLang="en-GB" sz="2800" dirty="0">
                <a:latin typeface="Times New Roman" pitchFamily="18" charset="0"/>
                <a:cs typeface="Times New Roman" pitchFamily="18" charset="0"/>
              </a:rPr>
              <a:t>Proposed </a:t>
            </a:r>
            <a:r>
              <a:rPr lang="en-US" altLang="en-GB" sz="2800" dirty="0" smtClean="0">
                <a:latin typeface="Times New Roman" pitchFamily="18" charset="0"/>
                <a:cs typeface="Times New Roman" pitchFamily="18" charset="0"/>
              </a:rPr>
              <a:t>system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System Architecture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altLang="en-GB" sz="2800" dirty="0">
                <a:latin typeface="Times New Roman" pitchFamily="18" charset="0"/>
                <a:cs typeface="Times New Roman" pitchFamily="18" charset="0"/>
              </a:rPr>
              <a:t>System </a:t>
            </a:r>
            <a:r>
              <a:rPr lang="en-US" altLang="en-GB" sz="2800" dirty="0" smtClean="0">
                <a:latin typeface="Times New Roman" pitchFamily="18" charset="0"/>
                <a:cs typeface="Times New Roman" pitchFamily="18" charset="0"/>
              </a:rPr>
              <a:t>requirements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UML Diagrams-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Class,Use-case,Sequence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and Activity diagrams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Modules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altLang="en-GB" sz="2800" dirty="0">
                <a:latin typeface="Times New Roman" pitchFamily="18" charset="0"/>
                <a:cs typeface="Times New Roman" pitchFamily="18" charset="0"/>
              </a:rPr>
              <a:t> References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Aspect">
    <a:dk1>
      <a:sysClr val="windowText" lastClr="000000"/>
    </a:dk1>
    <a:lt1>
      <a:sysClr val="window" lastClr="FFFFFF"/>
    </a:lt1>
    <a:dk2>
      <a:srgbClr val="323232"/>
    </a:dk2>
    <a:lt2>
      <a:srgbClr val="E3DED1"/>
    </a:lt2>
    <a:accent1>
      <a:srgbClr val="F07F09"/>
    </a:accent1>
    <a:accent2>
      <a:srgbClr val="9F2936"/>
    </a:accent2>
    <a:accent3>
      <a:srgbClr val="1B587C"/>
    </a:accent3>
    <a:accent4>
      <a:srgbClr val="4E8542"/>
    </a:accent4>
    <a:accent5>
      <a:srgbClr val="604878"/>
    </a:accent5>
    <a:accent6>
      <a:srgbClr val="C19859"/>
    </a:accent6>
    <a:hlink>
      <a:srgbClr val="6B9F25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33</Words>
  <Application>Microsoft Office PowerPoint</Application>
  <PresentationFormat>On-screen Show (4:3)</PresentationFormat>
  <Paragraphs>14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Oriel</vt:lpstr>
      <vt:lpstr>Teegala Krishna Reddy Engineering College   Project on title Name</vt:lpstr>
      <vt:lpstr>Agenda</vt:lpstr>
    </vt:vector>
  </TitlesOfParts>
  <Company>Tata Consultancy Services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blue_brain2</dc:title>
  <dc:creator>www.egtoget.org</dc:creator>
  <cp:lastModifiedBy>AIMLLAB3</cp:lastModifiedBy>
  <cp:revision>15</cp:revision>
  <dcterms:created xsi:type="dcterms:W3CDTF">2008-01-09T18:33:21Z</dcterms:created>
  <dcterms:modified xsi:type="dcterms:W3CDTF">2026-04-10T10:32:27Z</dcterms:modified>
</cp:coreProperties>
</file>