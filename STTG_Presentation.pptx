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57" r:id="rId2"/>
    <p:sldId id="258" r:id="rId3"/>
    <p:sldId id="259" r:id="rId4"/>
    <p:sldId id="260" r:id="rId5"/>
    <p:sldId id="261" r:id="rId6"/>
    <p:sldId id="262" r:id="rId7"/>
    <p:sldId id="263" r:id="rId8"/>
    <p:sldId id="264" r:id="rId9"/>
    <p:sldId id="265" r:id="rId10"/>
    <p:sldId id="267" r:id="rId11"/>
    <p:sldId id="268" r:id="rId12"/>
    <p:sldId id="269" r:id="rId13"/>
    <p:sldId id="271" r:id="rId14"/>
    <p:sldId id="270" r:id="rId15"/>
    <p:sldId id="266" r:id="rId16"/>
    <p:sldId id="272" r:id="rId17"/>
  </p:sldIdLst>
  <p:sldSz cx="9144000" cy="6858000" type="screen4x3"/>
  <p:notesSz cx="6858000" cy="9144000"/>
  <p:defaultTextStyle>
    <a:defPPr>
      <a:defRPr lang="en-US"/>
    </a:defPPr>
    <a:lvl1pPr algn="ctr" rtl="0" eaLnBrk="0" fontAlgn="base" hangingPunct="0">
      <a:spcBef>
        <a:spcPct val="0"/>
      </a:spcBef>
      <a:spcAft>
        <a:spcPct val="0"/>
      </a:spcAft>
      <a:defRPr kern="1200">
        <a:solidFill>
          <a:schemeClr val="tx1"/>
        </a:solidFill>
        <a:latin typeface="Verdana" pitchFamily="34" charset="0"/>
        <a:ea typeface="+mn-ea"/>
        <a:cs typeface="+mn-cs"/>
      </a:defRPr>
    </a:lvl1pPr>
    <a:lvl2pPr marL="457200" algn="ctr" rtl="0" eaLnBrk="0" fontAlgn="base" hangingPunct="0">
      <a:spcBef>
        <a:spcPct val="0"/>
      </a:spcBef>
      <a:spcAft>
        <a:spcPct val="0"/>
      </a:spcAft>
      <a:defRPr kern="1200">
        <a:solidFill>
          <a:schemeClr val="tx1"/>
        </a:solidFill>
        <a:latin typeface="Verdana" pitchFamily="34" charset="0"/>
        <a:ea typeface="+mn-ea"/>
        <a:cs typeface="+mn-cs"/>
      </a:defRPr>
    </a:lvl2pPr>
    <a:lvl3pPr marL="914400" algn="ctr" rtl="0" eaLnBrk="0" fontAlgn="base" hangingPunct="0">
      <a:spcBef>
        <a:spcPct val="0"/>
      </a:spcBef>
      <a:spcAft>
        <a:spcPct val="0"/>
      </a:spcAft>
      <a:defRPr kern="1200">
        <a:solidFill>
          <a:schemeClr val="tx1"/>
        </a:solidFill>
        <a:latin typeface="Verdana" pitchFamily="34" charset="0"/>
        <a:ea typeface="+mn-ea"/>
        <a:cs typeface="+mn-cs"/>
      </a:defRPr>
    </a:lvl3pPr>
    <a:lvl4pPr marL="1371600" algn="ctr" rtl="0" eaLnBrk="0" fontAlgn="base" hangingPunct="0">
      <a:spcBef>
        <a:spcPct val="0"/>
      </a:spcBef>
      <a:spcAft>
        <a:spcPct val="0"/>
      </a:spcAft>
      <a:defRPr kern="1200">
        <a:solidFill>
          <a:schemeClr val="tx1"/>
        </a:solidFill>
        <a:latin typeface="Verdana" pitchFamily="34" charset="0"/>
        <a:ea typeface="+mn-ea"/>
        <a:cs typeface="+mn-cs"/>
      </a:defRPr>
    </a:lvl4pPr>
    <a:lvl5pPr marL="1828800" algn="ctr" rtl="0" eaLnBrk="0" fontAlgn="base" hangingPunct="0">
      <a:spcBef>
        <a:spcPct val="0"/>
      </a:spcBef>
      <a:spcAft>
        <a:spcPct val="0"/>
      </a:spcAft>
      <a:defRPr kern="1200">
        <a:solidFill>
          <a:schemeClr val="tx1"/>
        </a:solidFill>
        <a:latin typeface="Verdana" pitchFamily="34" charset="0"/>
        <a:ea typeface="+mn-ea"/>
        <a:cs typeface="+mn-cs"/>
      </a:defRPr>
    </a:lvl5pPr>
    <a:lvl6pPr marL="2286000" algn="l" defTabSz="914400" rtl="0" eaLnBrk="1" latinLnBrk="0" hangingPunct="1">
      <a:defRPr kern="1200">
        <a:solidFill>
          <a:schemeClr val="tx1"/>
        </a:solidFill>
        <a:latin typeface="Verdana" pitchFamily="34" charset="0"/>
        <a:ea typeface="+mn-ea"/>
        <a:cs typeface="+mn-cs"/>
      </a:defRPr>
    </a:lvl6pPr>
    <a:lvl7pPr marL="2743200" algn="l" defTabSz="914400" rtl="0" eaLnBrk="1" latinLnBrk="0" hangingPunct="1">
      <a:defRPr kern="1200">
        <a:solidFill>
          <a:schemeClr val="tx1"/>
        </a:solidFill>
        <a:latin typeface="Verdana" pitchFamily="34" charset="0"/>
        <a:ea typeface="+mn-ea"/>
        <a:cs typeface="+mn-cs"/>
      </a:defRPr>
    </a:lvl7pPr>
    <a:lvl8pPr marL="3200400" algn="l" defTabSz="914400" rtl="0" eaLnBrk="1" latinLnBrk="0" hangingPunct="1">
      <a:defRPr kern="1200">
        <a:solidFill>
          <a:schemeClr val="tx1"/>
        </a:solidFill>
        <a:latin typeface="Verdana" pitchFamily="34" charset="0"/>
        <a:ea typeface="+mn-ea"/>
        <a:cs typeface="+mn-cs"/>
      </a:defRPr>
    </a:lvl8pPr>
    <a:lvl9pPr marL="3657600" algn="l" defTabSz="914400" rtl="0" eaLnBrk="1" latinLnBrk="0" hangingPunct="1">
      <a:defRPr kern="1200">
        <a:solidFill>
          <a:schemeClr val="tx1"/>
        </a:solidFill>
        <a:latin typeface="Verdan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00" autoAdjust="0"/>
    <p:restoredTop sz="94803" autoAdjust="0"/>
  </p:normalViewPr>
  <p:slideViewPr>
    <p:cSldViewPr>
      <p:cViewPr varScale="1">
        <p:scale>
          <a:sx n="78" d="100"/>
          <a:sy n="78" d="100"/>
        </p:scale>
        <p:origin x="1507" y="67"/>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34"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a:latin typeface="Arial" charset="0"/>
              </a:defRPr>
            </a:lvl1pPr>
          </a:lstStyle>
          <a:p>
            <a:endParaRPr lang="en-US"/>
          </a:p>
        </p:txBody>
      </p:sp>
      <p:sp>
        <p:nvSpPr>
          <p:cNvPr id="1048735"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defRPr>
            </a:lvl1pPr>
          </a:lstStyle>
          <a:p>
            <a:endParaRPr lang="en-US"/>
          </a:p>
        </p:txBody>
      </p:sp>
      <p:sp>
        <p:nvSpPr>
          <p:cNvPr id="1048736"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1048737"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48738"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a:latin typeface="Arial" charset="0"/>
              </a:defRPr>
            </a:lvl1pPr>
          </a:lstStyle>
          <a:p>
            <a:endParaRPr lang="en-US"/>
          </a:p>
        </p:txBody>
      </p:sp>
      <p:sp>
        <p:nvSpPr>
          <p:cNvPr id="1048739"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atin typeface="Arial" charset="0"/>
              </a:defRPr>
            </a:lvl1pPr>
          </a:lstStyle>
          <a:p>
            <a:fld id="{DCE1884E-8799-4CCC-AF0B-9A3160FB89A8}" type="slidenum">
              <a:rPr lang="en-US"/>
              <a:pPr/>
              <a:t>‹#›</a:t>
            </a:fld>
            <a:endParaRPr lang="en-US"/>
          </a:p>
        </p:txBody>
      </p:sp>
    </p:spTree>
    <p:extLst>
      <p:ext uri="{BB962C8B-B14F-4D97-AF65-F5344CB8AC3E}">
        <p14:creationId xmlns:p14="http://schemas.microsoft.com/office/powerpoint/2010/main" val="273747235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48655" name="Rectangle 3"/>
          <p:cNvSpPr/>
          <p:nvPr/>
        </p:nvSpPr>
        <p:spPr bwMode="auto">
          <a:xfrm>
            <a:off x="381000" y="0"/>
            <a:ext cx="609600" cy="6858000"/>
          </a:xfrm>
          <a:prstGeom prst="rect">
            <a:avLst/>
          </a:prstGeom>
          <a:solidFill>
            <a:schemeClr val="accent1">
              <a:tint val="60000"/>
              <a:alpha val="54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56" name="Rectangle 4"/>
          <p:cNvSpPr/>
          <p:nvPr/>
        </p:nvSpPr>
        <p:spPr bwMode="auto">
          <a:xfrm>
            <a:off x="276225" y="0"/>
            <a:ext cx="104775" cy="6858000"/>
          </a:xfrm>
          <a:prstGeom prst="rect">
            <a:avLst/>
          </a:prstGeom>
          <a:solidFill>
            <a:schemeClr val="accent1">
              <a:tint val="40000"/>
              <a:alpha val="36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57" name="Rectangle 5"/>
          <p:cNvSpPr/>
          <p:nvPr/>
        </p:nvSpPr>
        <p:spPr bwMode="auto">
          <a:xfrm>
            <a:off x="990600" y="0"/>
            <a:ext cx="182563" cy="6858000"/>
          </a:xfrm>
          <a:prstGeom prst="rect">
            <a:avLst/>
          </a:prstGeom>
          <a:solidFill>
            <a:schemeClr val="accent1">
              <a:tint val="40000"/>
              <a:alpha val="70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58" name="Rectangle 6"/>
          <p:cNvSpPr/>
          <p:nvPr/>
        </p:nvSpPr>
        <p:spPr bwMode="auto">
          <a:xfrm>
            <a:off x="1141413" y="0"/>
            <a:ext cx="230187" cy="6858000"/>
          </a:xfrm>
          <a:prstGeom prst="rect">
            <a:avLst/>
          </a:prstGeom>
          <a:solidFill>
            <a:schemeClr val="accent1">
              <a:tint val="20000"/>
              <a:alpha val="7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59" name="Straight Connector 9"/>
          <p:cNvSpPr>
            <a:spLocks noChangeShapeType="1"/>
          </p:cNvSpPr>
          <p:nvPr/>
        </p:nvSpPr>
        <p:spPr bwMode="auto">
          <a:xfrm>
            <a:off x="106363" y="0"/>
            <a:ext cx="0" cy="6858000"/>
          </a:xfrm>
          <a:prstGeom prst="line">
            <a:avLst/>
          </a:prstGeom>
          <a:noFill/>
          <a:ln w="57150" cap="flat" cmpd="sng" algn="ctr">
            <a:solidFill>
              <a:schemeClr val="accent1">
                <a:tint val="60000"/>
                <a:alpha val="73000"/>
              </a:schemeClr>
            </a:solidFill>
            <a:prstDash val="solid"/>
            <a:round/>
            <a:headEnd type="none" w="med" len="med"/>
            <a:tailEnd type="none" w="med" len="med"/>
          </a:ln>
          <a:effectLst/>
        </p:spPr>
        <p:txBody>
          <a:bodyPr/>
          <a:lstStyle/>
          <a:p>
            <a:endParaRPr lang="en-US"/>
          </a:p>
        </p:txBody>
      </p:sp>
      <p:sp>
        <p:nvSpPr>
          <p:cNvPr id="1048660" name="Straight Connector 10"/>
          <p:cNvSpPr>
            <a:spLocks noChangeShapeType="1"/>
          </p:cNvSpPr>
          <p:nvPr/>
        </p:nvSpPr>
        <p:spPr bwMode="auto">
          <a:xfrm>
            <a:off x="914400" y="0"/>
            <a:ext cx="0" cy="6858000"/>
          </a:xfrm>
          <a:prstGeom prst="line">
            <a:avLst/>
          </a:prstGeom>
          <a:noFill/>
          <a:ln w="57150" cap="flat" cmpd="sng" algn="ctr">
            <a:solidFill>
              <a:schemeClr val="accent1">
                <a:tint val="20000"/>
                <a:alpha val="83000"/>
              </a:schemeClr>
            </a:solidFill>
            <a:prstDash val="solid"/>
            <a:round/>
            <a:headEnd type="none" w="med" len="med"/>
            <a:tailEnd type="none" w="med" len="med"/>
          </a:ln>
          <a:effectLst/>
        </p:spPr>
        <p:txBody>
          <a:bodyPr/>
          <a:lstStyle/>
          <a:p>
            <a:endParaRPr lang="en-US"/>
          </a:p>
        </p:txBody>
      </p:sp>
      <p:sp>
        <p:nvSpPr>
          <p:cNvPr id="1048661" name="Straight Connector 11"/>
          <p:cNvSpPr>
            <a:spLocks noChangeShapeType="1"/>
          </p:cNvSpPr>
          <p:nvPr/>
        </p:nvSpPr>
        <p:spPr bwMode="auto">
          <a:xfrm>
            <a:off x="854075" y="0"/>
            <a:ext cx="0" cy="6858000"/>
          </a:xfrm>
          <a:prstGeom prst="line">
            <a:avLst/>
          </a:prstGeom>
          <a:noFill/>
          <a:ln w="57150" cap="flat" cmpd="sng" algn="ctr">
            <a:solidFill>
              <a:schemeClr val="accent1">
                <a:tint val="60000"/>
              </a:schemeClr>
            </a:solidFill>
            <a:prstDash val="solid"/>
            <a:round/>
            <a:headEnd type="none" w="med" len="med"/>
            <a:tailEnd type="none" w="med" len="med"/>
          </a:ln>
          <a:effectLst/>
        </p:spPr>
        <p:txBody>
          <a:bodyPr/>
          <a:lstStyle/>
          <a:p>
            <a:endParaRPr lang="en-US"/>
          </a:p>
        </p:txBody>
      </p:sp>
      <p:sp>
        <p:nvSpPr>
          <p:cNvPr id="1048662" name="Straight Connector 12"/>
          <p:cNvSpPr>
            <a:spLocks noChangeShapeType="1"/>
          </p:cNvSpPr>
          <p:nvPr/>
        </p:nvSpPr>
        <p:spPr bwMode="auto">
          <a:xfrm>
            <a:off x="1727200" y="0"/>
            <a:ext cx="0" cy="6858000"/>
          </a:xfrm>
          <a:prstGeom prst="line">
            <a:avLst/>
          </a:prstGeom>
          <a:noFill/>
          <a:ln w="28575" cap="flat" cmpd="sng" algn="ctr">
            <a:solidFill>
              <a:schemeClr val="accent1">
                <a:tint val="60000"/>
                <a:alpha val="82000"/>
              </a:schemeClr>
            </a:solidFill>
            <a:prstDash val="solid"/>
            <a:round/>
            <a:headEnd type="none" w="med" len="med"/>
            <a:tailEnd type="none" w="med" len="med"/>
          </a:ln>
          <a:effectLst/>
        </p:spPr>
        <p:txBody>
          <a:bodyPr/>
          <a:lstStyle/>
          <a:p>
            <a:endParaRPr lang="en-US"/>
          </a:p>
        </p:txBody>
      </p:sp>
      <p:sp>
        <p:nvSpPr>
          <p:cNvPr id="1048663" name="Straight Connector 13"/>
          <p:cNvSpPr>
            <a:spLocks noChangeShapeType="1"/>
          </p:cNvSpPr>
          <p:nvPr/>
        </p:nvSpPr>
        <p:spPr bwMode="auto">
          <a:xfrm>
            <a:off x="1066800" y="0"/>
            <a:ext cx="0" cy="6858000"/>
          </a:xfrm>
          <a:prstGeom prst="line">
            <a:avLst/>
          </a:prstGeom>
          <a:noFill/>
          <a:ln w="9525" cap="flat" cmpd="sng" algn="ctr">
            <a:solidFill>
              <a:schemeClr val="accent1">
                <a:tint val="60000"/>
              </a:schemeClr>
            </a:solidFill>
            <a:prstDash val="solid"/>
            <a:round/>
            <a:headEnd type="none" w="med" len="med"/>
            <a:tailEnd type="none" w="med" len="med"/>
          </a:ln>
          <a:effectLst/>
        </p:spPr>
        <p:txBody>
          <a:bodyPr/>
          <a:lstStyle/>
          <a:p>
            <a:endParaRPr lang="en-US"/>
          </a:p>
        </p:txBody>
      </p:sp>
      <p:sp>
        <p:nvSpPr>
          <p:cNvPr id="1048664" name="Straight Connector 14"/>
          <p:cNvSpPr>
            <a:spLocks noChangeShapeType="1"/>
          </p:cNvSpPr>
          <p:nvPr/>
        </p:nvSpPr>
        <p:spPr bwMode="auto">
          <a:xfrm>
            <a:off x="9113838" y="0"/>
            <a:ext cx="0" cy="6858000"/>
          </a:xfrm>
          <a:prstGeom prst="line">
            <a:avLst/>
          </a:prstGeom>
          <a:noFill/>
          <a:ln w="57150" cap="flat" cmpd="thickThin" algn="ctr">
            <a:solidFill>
              <a:schemeClr val="accent1">
                <a:tint val="60000"/>
              </a:schemeClr>
            </a:solidFill>
            <a:prstDash val="solid"/>
            <a:round/>
            <a:headEnd type="none" w="med" len="med"/>
            <a:tailEnd type="none" w="med" len="med"/>
          </a:ln>
          <a:effectLst/>
        </p:spPr>
        <p:txBody>
          <a:bodyPr/>
          <a:lstStyle/>
          <a:p>
            <a:endParaRPr lang="en-US"/>
          </a:p>
        </p:txBody>
      </p:sp>
      <p:sp>
        <p:nvSpPr>
          <p:cNvPr id="1048665" name="Rectangle 15"/>
          <p:cNvSpPr/>
          <p:nvPr/>
        </p:nvSpPr>
        <p:spPr bwMode="auto">
          <a:xfrm>
            <a:off x="1219200" y="0"/>
            <a:ext cx="76200" cy="6858000"/>
          </a:xfrm>
          <a:prstGeom prst="rect">
            <a:avLst/>
          </a:prstGeom>
          <a:solidFill>
            <a:schemeClr val="accent1">
              <a:tint val="60000"/>
              <a:alpha val="5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66" name="Oval 16"/>
          <p:cNvSpPr/>
          <p:nvPr/>
        </p:nvSpPr>
        <p:spPr bwMode="auto">
          <a:xfrm>
            <a:off x="609600" y="3429000"/>
            <a:ext cx="1295400" cy="1295400"/>
          </a:xfrm>
          <a:prstGeom prst="ellipse">
            <a:avLst/>
          </a:prstGeom>
          <a:solidFill>
            <a:schemeClr val="accent1"/>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67" name="Oval 17"/>
          <p:cNvSpPr/>
          <p:nvPr/>
        </p:nvSpPr>
        <p:spPr bwMode="auto">
          <a:xfrm>
            <a:off x="1309688" y="4867275"/>
            <a:ext cx="641350" cy="641350"/>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68" name="Oval 18"/>
          <p:cNvSpPr/>
          <p:nvPr/>
        </p:nvSpPr>
        <p:spPr bwMode="auto">
          <a:xfrm>
            <a:off x="1090613" y="5500688"/>
            <a:ext cx="138112" cy="136525"/>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69" name="Oval 19"/>
          <p:cNvSpPr/>
          <p:nvPr/>
        </p:nvSpPr>
        <p:spPr bwMode="auto">
          <a:xfrm>
            <a:off x="1663700" y="5788025"/>
            <a:ext cx="274638" cy="274638"/>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70" name="Oval 20"/>
          <p:cNvSpPr/>
          <p:nvPr/>
        </p:nvSpPr>
        <p:spPr>
          <a:xfrm>
            <a:off x="1905000" y="4495800"/>
            <a:ext cx="365125" cy="365125"/>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71" name="Title 7"/>
          <p:cNvSpPr>
            <a:spLocks noGrp="1"/>
          </p:cNvSpPr>
          <p:nvPr>
            <p:ph type="ctrTitle"/>
          </p:nvPr>
        </p:nvSpPr>
        <p:spPr>
          <a:xfrm>
            <a:off x="2286000" y="3124200"/>
            <a:ext cx="6172200" cy="1894362"/>
          </a:xfrm>
        </p:spPr>
        <p:txBody>
          <a:bodyPr/>
          <a:lstStyle>
            <a:lvl1pPr>
              <a:defRPr b="1"/>
            </a:lvl1pPr>
          </a:lstStyle>
          <a:p>
            <a:r>
              <a:rPr lang="en-US"/>
              <a:t>Click to edit Master title style</a:t>
            </a:r>
          </a:p>
        </p:txBody>
      </p:sp>
      <p:sp>
        <p:nvSpPr>
          <p:cNvPr id="1048672" name="Subtitle 8"/>
          <p:cNvSpPr>
            <a:spLocks noGrp="1"/>
          </p:cNvSpPr>
          <p:nvPr>
            <p:ph type="subTitle" idx="1"/>
          </p:nvPr>
        </p:nvSpPr>
        <p:spPr>
          <a:xfrm>
            <a:off x="2286000" y="5003322"/>
            <a:ext cx="6172200" cy="1371600"/>
          </a:xfrm>
        </p:spPr>
        <p:txBody>
          <a:bodyPr/>
          <a:lstStyle>
            <a:lvl1pPr marL="0" indent="0" algn="l">
              <a:buNone/>
              <a:defRPr sz="1800" b="1">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1048673" name="Date Placeholder 27"/>
          <p:cNvSpPr>
            <a:spLocks noGrp="1"/>
          </p:cNvSpPr>
          <p:nvPr>
            <p:ph type="dt" sz="half" idx="10"/>
          </p:nvPr>
        </p:nvSpPr>
        <p:spPr bwMode="auto">
          <a:xfrm rot="5400000">
            <a:off x="7764463" y="1174750"/>
            <a:ext cx="2286000" cy="381000"/>
          </a:xfrm>
        </p:spPr>
        <p:txBody>
          <a:bodyPr/>
          <a:lstStyle/>
          <a:p>
            <a:endParaRPr lang="en-US"/>
          </a:p>
        </p:txBody>
      </p:sp>
      <p:sp>
        <p:nvSpPr>
          <p:cNvPr id="1048674" name="Footer Placeholder 16"/>
          <p:cNvSpPr>
            <a:spLocks noGrp="1"/>
          </p:cNvSpPr>
          <p:nvPr>
            <p:ph type="ftr" sz="quarter" idx="11"/>
          </p:nvPr>
        </p:nvSpPr>
        <p:spPr bwMode="auto">
          <a:xfrm rot="5400000">
            <a:off x="7077076" y="4181475"/>
            <a:ext cx="3657600" cy="384175"/>
          </a:xfrm>
        </p:spPr>
        <p:txBody>
          <a:bodyPr/>
          <a:lstStyle/>
          <a:p>
            <a:endParaRPr lang="en-US"/>
          </a:p>
        </p:txBody>
      </p:sp>
      <p:sp>
        <p:nvSpPr>
          <p:cNvPr id="1048675" name="Slide Number Placeholder 28"/>
          <p:cNvSpPr>
            <a:spLocks noGrp="1"/>
          </p:cNvSpPr>
          <p:nvPr>
            <p:ph type="sldNum" sz="quarter" idx="12"/>
          </p:nvPr>
        </p:nvSpPr>
        <p:spPr bwMode="auto">
          <a:xfrm>
            <a:off x="1325563" y="4929188"/>
            <a:ext cx="609600" cy="517525"/>
          </a:xfrm>
        </p:spPr>
        <p:txBody>
          <a:bodyPr/>
          <a:lstStyle/>
          <a:p>
            <a:fld id="{8BAF6E6F-9B47-4F98-9031-2060592B92EB}" type="slidenum">
              <a:rPr lang="en-US"/>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587" name="Title 1"/>
          <p:cNvSpPr>
            <a:spLocks noGrp="1"/>
          </p:cNvSpPr>
          <p:nvPr>
            <p:ph type="title"/>
          </p:nvPr>
        </p:nvSpPr>
        <p:spPr/>
        <p:txBody>
          <a:bodyPr/>
          <a:lstStyle/>
          <a:p>
            <a:r>
              <a:rPr lang="en-US"/>
              <a:t>Click to edit Master title style</a:t>
            </a:r>
          </a:p>
        </p:txBody>
      </p:sp>
      <p:sp>
        <p:nvSpPr>
          <p:cNvPr id="1048588" name="Content Placeholder 7"/>
          <p:cNvSpPr>
            <a:spLocks noGrp="1"/>
          </p:cNvSpPr>
          <p:nvPr>
            <p:ph sz="quarter" idx="1"/>
          </p:nvPr>
        </p:nvSpPr>
        <p:spPr>
          <a:xfrm>
            <a:off x="457200" y="1600200"/>
            <a:ext cx="7467600" cy="4873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589" name="Date Placeholder 6"/>
          <p:cNvSpPr>
            <a:spLocks noGrp="1"/>
          </p:cNvSpPr>
          <p:nvPr>
            <p:ph type="dt" sz="half" idx="10"/>
          </p:nvPr>
        </p:nvSpPr>
        <p:spPr/>
        <p:txBody>
          <a:bodyPr rtlCol="0"/>
          <a:lstStyle/>
          <a:p>
            <a:endParaRPr lang="en-US"/>
          </a:p>
        </p:txBody>
      </p:sp>
      <p:sp>
        <p:nvSpPr>
          <p:cNvPr id="1048590" name="Slide Number Placeholder 8"/>
          <p:cNvSpPr>
            <a:spLocks noGrp="1"/>
          </p:cNvSpPr>
          <p:nvPr>
            <p:ph type="sldNum" sz="quarter" idx="11"/>
          </p:nvPr>
        </p:nvSpPr>
        <p:spPr/>
        <p:txBody>
          <a:bodyPr rtlCol="0"/>
          <a:lstStyle/>
          <a:p>
            <a:fld id="{8DF03486-A00B-4193-9167-A8A1A9AB9B51}" type="slidenum">
              <a:rPr lang="en-US"/>
              <a:pPr/>
              <a:t>‹#›</a:t>
            </a:fld>
            <a:endParaRPr lang="en-US"/>
          </a:p>
        </p:txBody>
      </p:sp>
      <p:sp>
        <p:nvSpPr>
          <p:cNvPr id="1048591" name="Footer Placeholder 9"/>
          <p:cNvSpPr>
            <a:spLocks noGrp="1"/>
          </p:cNvSpPr>
          <p:nvPr>
            <p:ph type="ftr" sz="quarter" idx="12"/>
          </p:nvPr>
        </p:nvSpPr>
        <p:spPr/>
        <p:txBody>
          <a:bodyPr rtlCol="0"/>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1048620" name="Rectangle 3"/>
          <p:cNvSpPr/>
          <p:nvPr/>
        </p:nvSpPr>
        <p:spPr bwMode="auto">
          <a:xfrm>
            <a:off x="381000" y="0"/>
            <a:ext cx="609600" cy="6858000"/>
          </a:xfrm>
          <a:prstGeom prst="rect">
            <a:avLst/>
          </a:prstGeom>
          <a:solidFill>
            <a:schemeClr val="accent1">
              <a:tint val="60000"/>
              <a:alpha val="54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21" name="Rectangle 4"/>
          <p:cNvSpPr/>
          <p:nvPr/>
        </p:nvSpPr>
        <p:spPr bwMode="auto">
          <a:xfrm>
            <a:off x="276225" y="0"/>
            <a:ext cx="104775" cy="6858000"/>
          </a:xfrm>
          <a:prstGeom prst="rect">
            <a:avLst/>
          </a:prstGeom>
          <a:solidFill>
            <a:schemeClr val="accent1">
              <a:tint val="40000"/>
              <a:alpha val="36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22" name="Rectangle 5"/>
          <p:cNvSpPr/>
          <p:nvPr/>
        </p:nvSpPr>
        <p:spPr bwMode="auto">
          <a:xfrm>
            <a:off x="990600" y="0"/>
            <a:ext cx="182563" cy="6858000"/>
          </a:xfrm>
          <a:prstGeom prst="rect">
            <a:avLst/>
          </a:prstGeom>
          <a:solidFill>
            <a:schemeClr val="accent1">
              <a:tint val="40000"/>
              <a:alpha val="70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23" name="Rectangle 6"/>
          <p:cNvSpPr/>
          <p:nvPr/>
        </p:nvSpPr>
        <p:spPr bwMode="auto">
          <a:xfrm>
            <a:off x="1141413" y="0"/>
            <a:ext cx="230187" cy="6858000"/>
          </a:xfrm>
          <a:prstGeom prst="rect">
            <a:avLst/>
          </a:prstGeom>
          <a:solidFill>
            <a:schemeClr val="accent1">
              <a:tint val="20000"/>
              <a:alpha val="7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24" name="Straight Connector 7"/>
          <p:cNvSpPr>
            <a:spLocks noChangeShapeType="1"/>
          </p:cNvSpPr>
          <p:nvPr/>
        </p:nvSpPr>
        <p:spPr bwMode="auto">
          <a:xfrm>
            <a:off x="106363" y="0"/>
            <a:ext cx="0" cy="6858000"/>
          </a:xfrm>
          <a:prstGeom prst="line">
            <a:avLst/>
          </a:prstGeom>
          <a:noFill/>
          <a:ln w="57150" cap="flat" cmpd="sng" algn="ctr">
            <a:solidFill>
              <a:schemeClr val="accent1">
                <a:tint val="60000"/>
                <a:alpha val="73000"/>
              </a:schemeClr>
            </a:solidFill>
            <a:prstDash val="solid"/>
            <a:round/>
            <a:headEnd type="none" w="med" len="med"/>
            <a:tailEnd type="none" w="med" len="med"/>
          </a:ln>
          <a:effectLst/>
        </p:spPr>
        <p:txBody>
          <a:bodyPr/>
          <a:lstStyle/>
          <a:p>
            <a:endParaRPr lang="en-US"/>
          </a:p>
        </p:txBody>
      </p:sp>
      <p:sp>
        <p:nvSpPr>
          <p:cNvPr id="1048625" name="Straight Connector 8"/>
          <p:cNvSpPr>
            <a:spLocks noChangeShapeType="1"/>
          </p:cNvSpPr>
          <p:nvPr/>
        </p:nvSpPr>
        <p:spPr bwMode="auto">
          <a:xfrm>
            <a:off x="914400" y="0"/>
            <a:ext cx="0" cy="6858000"/>
          </a:xfrm>
          <a:prstGeom prst="line">
            <a:avLst/>
          </a:prstGeom>
          <a:noFill/>
          <a:ln w="57150" cap="flat" cmpd="sng" algn="ctr">
            <a:solidFill>
              <a:schemeClr val="accent1">
                <a:tint val="20000"/>
                <a:alpha val="83000"/>
              </a:schemeClr>
            </a:solidFill>
            <a:prstDash val="solid"/>
            <a:round/>
            <a:headEnd type="none" w="med" len="med"/>
            <a:tailEnd type="none" w="med" len="med"/>
          </a:ln>
          <a:effectLst/>
        </p:spPr>
        <p:txBody>
          <a:bodyPr/>
          <a:lstStyle/>
          <a:p>
            <a:endParaRPr lang="en-US"/>
          </a:p>
        </p:txBody>
      </p:sp>
      <p:sp>
        <p:nvSpPr>
          <p:cNvPr id="1048626" name="Straight Connector 9"/>
          <p:cNvSpPr>
            <a:spLocks noChangeShapeType="1"/>
          </p:cNvSpPr>
          <p:nvPr/>
        </p:nvSpPr>
        <p:spPr bwMode="auto">
          <a:xfrm>
            <a:off x="854075" y="0"/>
            <a:ext cx="0" cy="6858000"/>
          </a:xfrm>
          <a:prstGeom prst="line">
            <a:avLst/>
          </a:prstGeom>
          <a:noFill/>
          <a:ln w="57150" cap="flat" cmpd="sng" algn="ctr">
            <a:solidFill>
              <a:schemeClr val="accent1">
                <a:tint val="60000"/>
              </a:schemeClr>
            </a:solidFill>
            <a:prstDash val="solid"/>
            <a:round/>
            <a:headEnd type="none" w="med" len="med"/>
            <a:tailEnd type="none" w="med" len="med"/>
          </a:ln>
          <a:effectLst/>
        </p:spPr>
        <p:txBody>
          <a:bodyPr/>
          <a:lstStyle/>
          <a:p>
            <a:endParaRPr lang="en-US"/>
          </a:p>
        </p:txBody>
      </p:sp>
      <p:sp>
        <p:nvSpPr>
          <p:cNvPr id="1048627" name="Straight Connector 10"/>
          <p:cNvSpPr>
            <a:spLocks noChangeShapeType="1"/>
          </p:cNvSpPr>
          <p:nvPr/>
        </p:nvSpPr>
        <p:spPr bwMode="auto">
          <a:xfrm>
            <a:off x="1727200" y="0"/>
            <a:ext cx="0" cy="6858000"/>
          </a:xfrm>
          <a:prstGeom prst="line">
            <a:avLst/>
          </a:prstGeom>
          <a:noFill/>
          <a:ln w="28575" cap="flat" cmpd="sng" algn="ctr">
            <a:solidFill>
              <a:schemeClr val="accent1">
                <a:tint val="60000"/>
                <a:alpha val="82000"/>
              </a:schemeClr>
            </a:solidFill>
            <a:prstDash val="solid"/>
            <a:round/>
            <a:headEnd type="none" w="med" len="med"/>
            <a:tailEnd type="none" w="med" len="med"/>
          </a:ln>
          <a:effectLst/>
        </p:spPr>
        <p:txBody>
          <a:bodyPr/>
          <a:lstStyle/>
          <a:p>
            <a:endParaRPr lang="en-US"/>
          </a:p>
        </p:txBody>
      </p:sp>
      <p:sp>
        <p:nvSpPr>
          <p:cNvPr id="1048628" name="Straight Connector 11"/>
          <p:cNvSpPr>
            <a:spLocks noChangeShapeType="1"/>
          </p:cNvSpPr>
          <p:nvPr/>
        </p:nvSpPr>
        <p:spPr bwMode="auto">
          <a:xfrm>
            <a:off x="1066800" y="0"/>
            <a:ext cx="0" cy="6858000"/>
          </a:xfrm>
          <a:prstGeom prst="line">
            <a:avLst/>
          </a:prstGeom>
          <a:noFill/>
          <a:ln w="9525" cap="flat" cmpd="sng" algn="ctr">
            <a:solidFill>
              <a:schemeClr val="accent1">
                <a:tint val="60000"/>
              </a:schemeClr>
            </a:solidFill>
            <a:prstDash val="solid"/>
            <a:round/>
            <a:headEnd type="none" w="med" len="med"/>
            <a:tailEnd type="none" w="med" len="med"/>
          </a:ln>
          <a:effectLst/>
        </p:spPr>
        <p:txBody>
          <a:bodyPr/>
          <a:lstStyle/>
          <a:p>
            <a:endParaRPr lang="en-US"/>
          </a:p>
        </p:txBody>
      </p:sp>
      <p:sp>
        <p:nvSpPr>
          <p:cNvPr id="1048629" name="Rectangle 12"/>
          <p:cNvSpPr/>
          <p:nvPr/>
        </p:nvSpPr>
        <p:spPr bwMode="auto">
          <a:xfrm>
            <a:off x="1219200" y="0"/>
            <a:ext cx="76200" cy="6858000"/>
          </a:xfrm>
          <a:prstGeom prst="rect">
            <a:avLst/>
          </a:prstGeom>
          <a:solidFill>
            <a:schemeClr val="accent1">
              <a:tint val="60000"/>
              <a:alpha val="5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30" name="Oval 13"/>
          <p:cNvSpPr/>
          <p:nvPr/>
        </p:nvSpPr>
        <p:spPr bwMode="auto">
          <a:xfrm>
            <a:off x="609600" y="3429000"/>
            <a:ext cx="1295400" cy="1295400"/>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31" name="Oval 14"/>
          <p:cNvSpPr/>
          <p:nvPr/>
        </p:nvSpPr>
        <p:spPr bwMode="auto">
          <a:xfrm>
            <a:off x="1323975" y="4867275"/>
            <a:ext cx="642938" cy="641350"/>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32" name="Oval 15"/>
          <p:cNvSpPr/>
          <p:nvPr/>
        </p:nvSpPr>
        <p:spPr bwMode="auto">
          <a:xfrm>
            <a:off x="1090613" y="5500688"/>
            <a:ext cx="138112" cy="136525"/>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33" name="Oval 16"/>
          <p:cNvSpPr/>
          <p:nvPr/>
        </p:nvSpPr>
        <p:spPr bwMode="auto">
          <a:xfrm>
            <a:off x="1663700" y="5791200"/>
            <a:ext cx="274638" cy="274638"/>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34" name="Oval 17"/>
          <p:cNvSpPr/>
          <p:nvPr/>
        </p:nvSpPr>
        <p:spPr bwMode="auto">
          <a:xfrm>
            <a:off x="1879600" y="4479925"/>
            <a:ext cx="365125" cy="365125"/>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35" name="Straight Connector 18"/>
          <p:cNvSpPr>
            <a:spLocks noChangeShapeType="1"/>
          </p:cNvSpPr>
          <p:nvPr/>
        </p:nvSpPr>
        <p:spPr bwMode="auto">
          <a:xfrm>
            <a:off x="9097963" y="0"/>
            <a:ext cx="0" cy="6858000"/>
          </a:xfrm>
          <a:prstGeom prst="line">
            <a:avLst/>
          </a:prstGeom>
          <a:noFill/>
          <a:ln w="57150" cap="flat" cmpd="thickThin" algn="ctr">
            <a:solidFill>
              <a:schemeClr val="accent1">
                <a:tint val="60000"/>
              </a:schemeClr>
            </a:solidFill>
            <a:prstDash val="solid"/>
            <a:round/>
            <a:headEnd type="none" w="med" len="med"/>
            <a:tailEnd type="none" w="med" len="med"/>
          </a:ln>
          <a:effectLst/>
        </p:spPr>
        <p:txBody>
          <a:bodyPr/>
          <a:lstStyle/>
          <a:p>
            <a:endParaRPr lang="en-US"/>
          </a:p>
        </p:txBody>
      </p:sp>
      <p:sp>
        <p:nvSpPr>
          <p:cNvPr id="1048636" name="Title 1"/>
          <p:cNvSpPr>
            <a:spLocks noGrp="1"/>
          </p:cNvSpPr>
          <p:nvPr>
            <p:ph type="title"/>
          </p:nvPr>
        </p:nvSpPr>
        <p:spPr>
          <a:xfrm>
            <a:off x="2286000" y="2895600"/>
            <a:ext cx="6172200" cy="2053590"/>
          </a:xfrm>
        </p:spPr>
        <p:txBody>
          <a:bodyPr/>
          <a:lstStyle>
            <a:lvl1pPr algn="l">
              <a:buNone/>
              <a:defRPr sz="3000" b="1" cap="small" baseline="0"/>
            </a:lvl1pPr>
          </a:lstStyle>
          <a:p>
            <a:r>
              <a:rPr lang="en-US"/>
              <a:t>Click to edit Master title style</a:t>
            </a:r>
          </a:p>
        </p:txBody>
      </p:sp>
      <p:sp>
        <p:nvSpPr>
          <p:cNvPr id="1048637" name="Text Placeholder 2"/>
          <p:cNvSpPr>
            <a:spLocks noGrp="1"/>
          </p:cNvSpPr>
          <p:nvPr>
            <p:ph type="body" idx="1"/>
          </p:nvPr>
        </p:nvSpPr>
        <p:spPr>
          <a:xfrm>
            <a:off x="2286000" y="5010150"/>
            <a:ext cx="6172200" cy="1371600"/>
          </a:xfrm>
        </p:spPr>
        <p:txBody>
          <a:bodyPr/>
          <a:lstStyle>
            <a:lvl1pPr marL="0" indent="0">
              <a:buNone/>
              <a:defRPr sz="1800" b="1">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en-US"/>
              <a:t>Click to edit Master text styles</a:t>
            </a:r>
          </a:p>
        </p:txBody>
      </p:sp>
      <p:sp>
        <p:nvSpPr>
          <p:cNvPr id="1048638" name="Date Placeholder 3"/>
          <p:cNvSpPr>
            <a:spLocks noGrp="1"/>
          </p:cNvSpPr>
          <p:nvPr>
            <p:ph type="dt" sz="half" idx="10"/>
          </p:nvPr>
        </p:nvSpPr>
        <p:spPr bwMode="auto">
          <a:xfrm rot="5400000">
            <a:off x="7762875" y="1169988"/>
            <a:ext cx="2286000" cy="381000"/>
          </a:xfrm>
        </p:spPr>
        <p:txBody>
          <a:bodyPr/>
          <a:lstStyle/>
          <a:p>
            <a:endParaRPr lang="en-US"/>
          </a:p>
        </p:txBody>
      </p:sp>
      <p:sp>
        <p:nvSpPr>
          <p:cNvPr id="1048639" name="Footer Placeholder 4"/>
          <p:cNvSpPr>
            <a:spLocks noGrp="1"/>
          </p:cNvSpPr>
          <p:nvPr>
            <p:ph type="ftr" sz="quarter" idx="11"/>
          </p:nvPr>
        </p:nvSpPr>
        <p:spPr bwMode="auto">
          <a:xfrm rot="5400000">
            <a:off x="7077076" y="4178300"/>
            <a:ext cx="3657600" cy="384175"/>
          </a:xfrm>
        </p:spPr>
        <p:txBody>
          <a:bodyPr/>
          <a:lstStyle/>
          <a:p>
            <a:endParaRPr lang="en-US"/>
          </a:p>
        </p:txBody>
      </p:sp>
      <p:sp>
        <p:nvSpPr>
          <p:cNvPr id="1048640" name="Slide Number Placeholder 5"/>
          <p:cNvSpPr>
            <a:spLocks noGrp="1"/>
          </p:cNvSpPr>
          <p:nvPr>
            <p:ph type="sldNum" sz="quarter" idx="12"/>
          </p:nvPr>
        </p:nvSpPr>
        <p:spPr bwMode="auto">
          <a:xfrm>
            <a:off x="1339850" y="4929188"/>
            <a:ext cx="609600" cy="517525"/>
          </a:xfrm>
        </p:spPr>
        <p:txBody>
          <a:bodyPr/>
          <a:lstStyle/>
          <a:p>
            <a:fld id="{ABC6B29C-E0AE-4BA6-8A7E-9DD383C18717}" type="slidenum">
              <a:rPr lang="en-US"/>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614" name="Title 1"/>
          <p:cNvSpPr>
            <a:spLocks noGrp="1"/>
          </p:cNvSpPr>
          <p:nvPr>
            <p:ph type="title"/>
          </p:nvPr>
        </p:nvSpPr>
        <p:spPr/>
        <p:txBody>
          <a:bodyPr/>
          <a:lstStyle/>
          <a:p>
            <a:r>
              <a:rPr lang="en-US"/>
              <a:t>Click to edit Master title style</a:t>
            </a:r>
          </a:p>
        </p:txBody>
      </p:sp>
      <p:sp>
        <p:nvSpPr>
          <p:cNvPr id="1048615" name="Content Placeholder 8"/>
          <p:cNvSpPr>
            <a:spLocks noGrp="1"/>
          </p:cNvSpPr>
          <p:nvPr>
            <p:ph sz="quarter" idx="1"/>
          </p:nvPr>
        </p:nvSpPr>
        <p:spPr>
          <a:xfrm>
            <a:off x="457200" y="1600200"/>
            <a:ext cx="365760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16" name="Content Placeholder 10"/>
          <p:cNvSpPr>
            <a:spLocks noGrp="1"/>
          </p:cNvSpPr>
          <p:nvPr>
            <p:ph sz="quarter" idx="2"/>
          </p:nvPr>
        </p:nvSpPr>
        <p:spPr>
          <a:xfrm>
            <a:off x="4270248" y="1600200"/>
            <a:ext cx="365760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17" name="Date Placeholder 13"/>
          <p:cNvSpPr>
            <a:spLocks noGrp="1"/>
          </p:cNvSpPr>
          <p:nvPr>
            <p:ph type="dt" sz="half" idx="10"/>
          </p:nvPr>
        </p:nvSpPr>
        <p:spPr/>
        <p:txBody>
          <a:bodyPr/>
          <a:lstStyle/>
          <a:p>
            <a:endParaRPr lang="en-US"/>
          </a:p>
        </p:txBody>
      </p:sp>
      <p:sp>
        <p:nvSpPr>
          <p:cNvPr id="1048618" name="Footer Placeholder 2"/>
          <p:cNvSpPr>
            <a:spLocks noGrp="1"/>
          </p:cNvSpPr>
          <p:nvPr>
            <p:ph type="ftr" sz="quarter" idx="11"/>
          </p:nvPr>
        </p:nvSpPr>
        <p:spPr/>
        <p:txBody>
          <a:bodyPr/>
          <a:lstStyle/>
          <a:p>
            <a:endParaRPr lang="en-US"/>
          </a:p>
        </p:txBody>
      </p:sp>
      <p:sp>
        <p:nvSpPr>
          <p:cNvPr id="1048619" name="Slide Number Placeholder 22"/>
          <p:cNvSpPr>
            <a:spLocks noGrp="1"/>
          </p:cNvSpPr>
          <p:nvPr>
            <p:ph type="sldNum" sz="quarter" idx="12"/>
          </p:nvPr>
        </p:nvSpPr>
        <p:spPr/>
        <p:txBody>
          <a:bodyPr/>
          <a:lstStyle/>
          <a:p>
            <a:fld id="{F81B8D72-3365-43AA-921E-177245DAC15E}"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726" name="Title 1"/>
          <p:cNvSpPr>
            <a:spLocks noGrp="1"/>
          </p:cNvSpPr>
          <p:nvPr>
            <p:ph type="title"/>
          </p:nvPr>
        </p:nvSpPr>
        <p:spPr>
          <a:xfrm>
            <a:off x="457200" y="273050"/>
            <a:ext cx="7543800" cy="1143000"/>
          </a:xfrm>
        </p:spPr>
        <p:txBody>
          <a:bodyPr/>
          <a:lstStyle/>
          <a:p>
            <a:r>
              <a:rPr lang="en-US"/>
              <a:t>Click to edit Master title style</a:t>
            </a:r>
          </a:p>
        </p:txBody>
      </p:sp>
      <p:sp>
        <p:nvSpPr>
          <p:cNvPr id="1048727" name="Content Placeholder 10"/>
          <p:cNvSpPr>
            <a:spLocks noGrp="1"/>
          </p:cNvSpPr>
          <p:nvPr>
            <p:ph sz="quarter" idx="2"/>
          </p:nvPr>
        </p:nvSpPr>
        <p:spPr>
          <a:xfrm>
            <a:off x="457200" y="2362200"/>
            <a:ext cx="3657600" cy="3886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28" name="Content Placeholder 12"/>
          <p:cNvSpPr>
            <a:spLocks noGrp="1"/>
          </p:cNvSpPr>
          <p:nvPr>
            <p:ph sz="quarter" idx="4"/>
          </p:nvPr>
        </p:nvSpPr>
        <p:spPr>
          <a:xfrm>
            <a:off x="4371975" y="2362200"/>
            <a:ext cx="3657600" cy="3886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29" name="Text Placeholder 11"/>
          <p:cNvSpPr>
            <a:spLocks noGrp="1"/>
          </p:cNvSpPr>
          <p:nvPr>
            <p:ph type="body" sz="quarter" idx="1"/>
          </p:nvPr>
        </p:nvSpPr>
        <p:spPr>
          <a:xfrm>
            <a:off x="457200" y="1569720"/>
            <a:ext cx="3657600" cy="658368"/>
          </a:xfrm>
          <a:prstGeom prst="roundRect">
            <a:avLst>
              <a:gd name="adj" fmla="val 16667"/>
            </a:avLst>
          </a:prstGeom>
          <a:solidFill>
            <a:schemeClr val="accent1"/>
          </a:solidFill>
        </p:spPr>
        <p:txBody>
          <a:bodyPr rtlCol="0" anchor="ctr">
            <a:noAutofit/>
          </a:bodyPr>
          <a:lstStyle>
            <a:lvl1pPr marL="0" indent="0">
              <a:buFontTx/>
              <a:buNone/>
              <a:defRPr sz="2000" b="1">
                <a:solidFill>
                  <a:srgbClr val="FFFFFF"/>
                </a:solidFill>
              </a:defRPr>
            </a:lvl1pPr>
          </a:lstStyle>
          <a:p>
            <a:pPr lvl="0"/>
            <a:r>
              <a:rPr lang="en-US"/>
              <a:t>Click to edit Master text styles</a:t>
            </a:r>
          </a:p>
        </p:txBody>
      </p:sp>
      <p:sp>
        <p:nvSpPr>
          <p:cNvPr id="1048730" name="Text Placeholder 13"/>
          <p:cNvSpPr>
            <a:spLocks noGrp="1"/>
          </p:cNvSpPr>
          <p:nvPr>
            <p:ph type="body" sz="quarter" idx="3"/>
          </p:nvPr>
        </p:nvSpPr>
        <p:spPr>
          <a:xfrm>
            <a:off x="4343400" y="1569720"/>
            <a:ext cx="3657600" cy="658368"/>
          </a:xfrm>
          <a:prstGeom prst="roundRect">
            <a:avLst>
              <a:gd name="adj" fmla="val 16667"/>
            </a:avLst>
          </a:prstGeom>
          <a:solidFill>
            <a:schemeClr val="accent1"/>
          </a:solidFill>
        </p:spPr>
        <p:txBody>
          <a:bodyPr rtlCol="0" anchor="ctr">
            <a:noAutofit/>
          </a:bodyPr>
          <a:lstStyle>
            <a:lvl1pPr marL="0" indent="0">
              <a:buFontTx/>
              <a:buNone/>
              <a:defRPr sz="2000" b="1">
                <a:solidFill>
                  <a:srgbClr val="FFFFFF"/>
                </a:solidFill>
              </a:defRPr>
            </a:lvl1pPr>
          </a:lstStyle>
          <a:p>
            <a:pPr lvl="0"/>
            <a:r>
              <a:rPr lang="en-US"/>
              <a:t>Click to edit Master text styles</a:t>
            </a:r>
          </a:p>
        </p:txBody>
      </p:sp>
      <p:sp>
        <p:nvSpPr>
          <p:cNvPr id="1048731" name="Date Placeholder 13"/>
          <p:cNvSpPr>
            <a:spLocks noGrp="1"/>
          </p:cNvSpPr>
          <p:nvPr>
            <p:ph type="dt" sz="half" idx="10"/>
          </p:nvPr>
        </p:nvSpPr>
        <p:spPr/>
        <p:txBody>
          <a:bodyPr/>
          <a:lstStyle/>
          <a:p>
            <a:endParaRPr lang="en-US"/>
          </a:p>
        </p:txBody>
      </p:sp>
      <p:sp>
        <p:nvSpPr>
          <p:cNvPr id="1048732" name="Footer Placeholder 2"/>
          <p:cNvSpPr>
            <a:spLocks noGrp="1"/>
          </p:cNvSpPr>
          <p:nvPr>
            <p:ph type="ftr" sz="quarter" idx="11"/>
          </p:nvPr>
        </p:nvSpPr>
        <p:spPr/>
        <p:txBody>
          <a:bodyPr/>
          <a:lstStyle/>
          <a:p>
            <a:endParaRPr lang="en-US"/>
          </a:p>
        </p:txBody>
      </p:sp>
      <p:sp>
        <p:nvSpPr>
          <p:cNvPr id="1048733" name="Slide Number Placeholder 22"/>
          <p:cNvSpPr>
            <a:spLocks noGrp="1"/>
          </p:cNvSpPr>
          <p:nvPr>
            <p:ph type="sldNum" sz="quarter" idx="12"/>
          </p:nvPr>
        </p:nvSpPr>
        <p:spPr/>
        <p:txBody>
          <a:bodyPr/>
          <a:lstStyle/>
          <a:p>
            <a:fld id="{4E76E4AB-3E90-45D5-AB7F-D0225D0E088E}"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1" name="Title 1"/>
          <p:cNvSpPr>
            <a:spLocks noGrp="1"/>
          </p:cNvSpPr>
          <p:nvPr>
            <p:ph type="title"/>
          </p:nvPr>
        </p:nvSpPr>
        <p:spPr/>
        <p:txBody>
          <a:bodyPr/>
          <a:lstStyle/>
          <a:p>
            <a:r>
              <a:rPr lang="en-US"/>
              <a:t>Click to edit Master title style</a:t>
            </a:r>
          </a:p>
        </p:txBody>
      </p:sp>
      <p:sp>
        <p:nvSpPr>
          <p:cNvPr id="1048652" name="Date Placeholder 5"/>
          <p:cNvSpPr>
            <a:spLocks noGrp="1"/>
          </p:cNvSpPr>
          <p:nvPr>
            <p:ph type="dt" sz="half" idx="10"/>
          </p:nvPr>
        </p:nvSpPr>
        <p:spPr/>
        <p:txBody>
          <a:bodyPr rtlCol="0"/>
          <a:lstStyle/>
          <a:p>
            <a:endParaRPr lang="en-US"/>
          </a:p>
        </p:txBody>
      </p:sp>
      <p:sp>
        <p:nvSpPr>
          <p:cNvPr id="1048653" name="Slide Number Placeholder 6"/>
          <p:cNvSpPr>
            <a:spLocks noGrp="1"/>
          </p:cNvSpPr>
          <p:nvPr>
            <p:ph type="sldNum" sz="quarter" idx="11"/>
          </p:nvPr>
        </p:nvSpPr>
        <p:spPr/>
        <p:txBody>
          <a:bodyPr rtlCol="0"/>
          <a:lstStyle/>
          <a:p>
            <a:fld id="{F7D3D291-37ED-4D6A-A4F8-1A4249F327FB}" type="slidenum">
              <a:rPr lang="en-US"/>
              <a:pPr/>
              <a:t>‹#›</a:t>
            </a:fld>
            <a:endParaRPr lang="en-US"/>
          </a:p>
        </p:txBody>
      </p:sp>
      <p:sp>
        <p:nvSpPr>
          <p:cNvPr id="1048654" name="Footer Placeholder 7"/>
          <p:cNvSpPr>
            <a:spLocks noGrp="1"/>
          </p:cNvSpPr>
          <p:nvPr>
            <p:ph type="ftr" sz="quarter" idx="12"/>
          </p:nvPr>
        </p:nvSpPr>
        <p:spPr/>
        <p:txBody>
          <a:bodyPr rtlCol="0"/>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648" name="Date Placeholder 13"/>
          <p:cNvSpPr>
            <a:spLocks noGrp="1"/>
          </p:cNvSpPr>
          <p:nvPr>
            <p:ph type="dt" sz="half" idx="10"/>
          </p:nvPr>
        </p:nvSpPr>
        <p:spPr/>
        <p:txBody>
          <a:bodyPr/>
          <a:lstStyle/>
          <a:p>
            <a:endParaRPr lang="en-US"/>
          </a:p>
        </p:txBody>
      </p:sp>
      <p:sp>
        <p:nvSpPr>
          <p:cNvPr id="1048649" name="Footer Placeholder 2"/>
          <p:cNvSpPr>
            <a:spLocks noGrp="1"/>
          </p:cNvSpPr>
          <p:nvPr>
            <p:ph type="ftr" sz="quarter" idx="11"/>
          </p:nvPr>
        </p:nvSpPr>
        <p:spPr/>
        <p:txBody>
          <a:bodyPr/>
          <a:lstStyle/>
          <a:p>
            <a:endParaRPr lang="en-US"/>
          </a:p>
        </p:txBody>
      </p:sp>
      <p:sp>
        <p:nvSpPr>
          <p:cNvPr id="1048650" name="Slide Number Placeholder 22"/>
          <p:cNvSpPr>
            <a:spLocks noGrp="1"/>
          </p:cNvSpPr>
          <p:nvPr>
            <p:ph type="sldNum" sz="quarter" idx="12"/>
          </p:nvPr>
        </p:nvSpPr>
        <p:spPr/>
        <p:txBody>
          <a:bodyPr/>
          <a:lstStyle/>
          <a:p>
            <a:fld id="{3171A550-B4D3-4994-972D-4BCE496A3030}"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048676" name="Straight Connector 4"/>
          <p:cNvSpPr>
            <a:spLocks noChangeShapeType="1"/>
          </p:cNvSpPr>
          <p:nvPr/>
        </p:nvSpPr>
        <p:spPr bwMode="auto">
          <a:xfrm>
            <a:off x="8763000" y="0"/>
            <a:ext cx="0" cy="6858000"/>
          </a:xfrm>
          <a:prstGeom prst="line">
            <a:avLst/>
          </a:prstGeom>
          <a:noFill/>
          <a:ln w="38100" cap="flat" cmpd="sng" algn="ctr">
            <a:solidFill>
              <a:schemeClr val="accent1">
                <a:tint val="60000"/>
                <a:alpha val="93000"/>
              </a:schemeClr>
            </a:solidFill>
            <a:prstDash val="solid"/>
            <a:round/>
            <a:headEnd type="none" w="med" len="med"/>
            <a:tailEnd type="none" w="med" len="med"/>
          </a:ln>
          <a:effectLst/>
        </p:spPr>
        <p:txBody>
          <a:bodyPr/>
          <a:lstStyle/>
          <a:p>
            <a:endParaRPr lang="en-US" dirty="0"/>
          </a:p>
        </p:txBody>
      </p:sp>
      <p:sp>
        <p:nvSpPr>
          <p:cNvPr id="1048677" name="Straight Connector 5"/>
          <p:cNvSpPr>
            <a:spLocks noChangeShapeType="1"/>
          </p:cNvSpPr>
          <p:nvPr/>
        </p:nvSpPr>
        <p:spPr bwMode="auto">
          <a:xfrm>
            <a:off x="6248400" y="0"/>
            <a:ext cx="0" cy="6858000"/>
          </a:xfrm>
          <a:prstGeom prst="line">
            <a:avLst/>
          </a:prstGeom>
          <a:noFill/>
          <a:ln w="38100" cap="flat" cmpd="sng" algn="ctr">
            <a:solidFill>
              <a:schemeClr val="accent1">
                <a:tint val="60000"/>
              </a:schemeClr>
            </a:solidFill>
            <a:prstDash val="solid"/>
            <a:round/>
            <a:headEnd type="none" w="med" len="med"/>
            <a:tailEnd type="none" w="med" len="med"/>
          </a:ln>
          <a:effectLst/>
        </p:spPr>
        <p:txBody>
          <a:bodyPr/>
          <a:lstStyle/>
          <a:p>
            <a:endParaRPr lang="en-US" dirty="0"/>
          </a:p>
        </p:txBody>
      </p:sp>
      <p:sp>
        <p:nvSpPr>
          <p:cNvPr id="1048678" name="Straight Connector 6"/>
          <p:cNvSpPr>
            <a:spLocks noChangeShapeType="1"/>
          </p:cNvSpPr>
          <p:nvPr/>
        </p:nvSpPr>
        <p:spPr bwMode="auto">
          <a:xfrm>
            <a:off x="6192838" y="0"/>
            <a:ext cx="0" cy="6858000"/>
          </a:xfrm>
          <a:prstGeom prst="line">
            <a:avLst/>
          </a:prstGeom>
          <a:noFill/>
          <a:ln w="12700" cap="flat" cmpd="sng" algn="ctr">
            <a:solidFill>
              <a:schemeClr val="accent1"/>
            </a:solidFill>
            <a:prstDash val="solid"/>
            <a:round/>
            <a:headEnd type="none" w="med" len="med"/>
            <a:tailEnd type="none" w="med" len="med"/>
          </a:ln>
          <a:effectLst/>
        </p:spPr>
        <p:txBody>
          <a:bodyPr/>
          <a:lstStyle/>
          <a:p>
            <a:endParaRPr lang="en-US" dirty="0"/>
          </a:p>
        </p:txBody>
      </p:sp>
      <p:sp>
        <p:nvSpPr>
          <p:cNvPr id="1048679" name="Straight Connector 7"/>
          <p:cNvSpPr>
            <a:spLocks noChangeShapeType="1"/>
          </p:cNvSpPr>
          <p:nvPr/>
        </p:nvSpPr>
        <p:spPr bwMode="auto">
          <a:xfrm>
            <a:off x="8991600" y="0"/>
            <a:ext cx="0" cy="6858000"/>
          </a:xfrm>
          <a:prstGeom prst="line">
            <a:avLst/>
          </a:prstGeom>
          <a:noFill/>
          <a:ln w="19050" cap="flat" cmpd="sng" algn="ctr">
            <a:solidFill>
              <a:schemeClr val="accent1"/>
            </a:solidFill>
            <a:prstDash val="solid"/>
            <a:round/>
            <a:headEnd type="none" w="med" len="med"/>
            <a:tailEnd type="none" w="med" len="med"/>
          </a:ln>
          <a:effectLst/>
        </p:spPr>
        <p:txBody>
          <a:bodyPr/>
          <a:lstStyle/>
          <a:p>
            <a:endParaRPr lang="en-US"/>
          </a:p>
        </p:txBody>
      </p:sp>
      <p:sp>
        <p:nvSpPr>
          <p:cNvPr id="1048680" name="Rectangle 8"/>
          <p:cNvSpPr/>
          <p:nvPr/>
        </p:nvSpPr>
        <p:spPr bwMode="auto">
          <a:xfrm>
            <a:off x="8839200" y="0"/>
            <a:ext cx="304800" cy="6858000"/>
          </a:xfrm>
          <a:prstGeom prst="rect">
            <a:avLst/>
          </a:prstGeom>
          <a:solidFill>
            <a:schemeClr val="accent1">
              <a:tint val="60000"/>
              <a:alpha val="87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681" name="Straight Connector 9"/>
          <p:cNvSpPr>
            <a:spLocks noChangeShapeType="1"/>
          </p:cNvSpPr>
          <p:nvPr/>
        </p:nvSpPr>
        <p:spPr bwMode="auto">
          <a:xfrm>
            <a:off x="8915400" y="0"/>
            <a:ext cx="0" cy="6858000"/>
          </a:xfrm>
          <a:prstGeom prst="line">
            <a:avLst/>
          </a:prstGeom>
          <a:noFill/>
          <a:ln w="9525" cap="flat" cmpd="sng" algn="ctr">
            <a:solidFill>
              <a:schemeClr val="accent1"/>
            </a:solidFill>
            <a:prstDash val="solid"/>
            <a:round/>
            <a:headEnd type="none" w="med" len="med"/>
            <a:tailEnd type="none" w="med" len="med"/>
          </a:ln>
          <a:effectLst/>
        </p:spPr>
        <p:txBody>
          <a:bodyPr/>
          <a:lstStyle/>
          <a:p>
            <a:endParaRPr lang="en-US"/>
          </a:p>
        </p:txBody>
      </p:sp>
      <p:sp>
        <p:nvSpPr>
          <p:cNvPr id="1048682" name="Oval 10"/>
          <p:cNvSpPr/>
          <p:nvPr/>
        </p:nvSpPr>
        <p:spPr>
          <a:xfrm>
            <a:off x="8156575" y="5715000"/>
            <a:ext cx="549275" cy="549275"/>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683" name="Title 1"/>
          <p:cNvSpPr>
            <a:spLocks noGrp="1"/>
          </p:cNvSpPr>
          <p:nvPr>
            <p:ph type="title"/>
          </p:nvPr>
        </p:nvSpPr>
        <p:spPr>
          <a:xfrm rot="5400000">
            <a:off x="3371850" y="3200400"/>
            <a:ext cx="6309360" cy="457200"/>
          </a:xfrm>
        </p:spPr>
        <p:txBody>
          <a:bodyPr/>
          <a:lstStyle>
            <a:lvl1pPr algn="l">
              <a:buNone/>
              <a:defRPr sz="2000" b="1" cap="small" baseline="0"/>
            </a:lvl1pPr>
          </a:lstStyle>
          <a:p>
            <a:r>
              <a:rPr lang="en-US"/>
              <a:t>Click to edit Master title style</a:t>
            </a:r>
          </a:p>
        </p:txBody>
      </p:sp>
      <p:sp>
        <p:nvSpPr>
          <p:cNvPr id="1048684" name="Text Placeholder 2"/>
          <p:cNvSpPr>
            <a:spLocks noGrp="1"/>
          </p:cNvSpPr>
          <p:nvPr>
            <p:ph type="body" idx="2"/>
          </p:nvPr>
        </p:nvSpPr>
        <p:spPr>
          <a:xfrm>
            <a:off x="6812280" y="274320"/>
            <a:ext cx="1527048" cy="4983480"/>
          </a:xfrm>
        </p:spPr>
        <p:txBody>
          <a:bodyPr/>
          <a:lstStyle>
            <a:lvl1pPr marL="0" indent="0">
              <a:spcBef>
                <a:spcPts val="400"/>
              </a:spcBef>
              <a:spcAft>
                <a:spcPts val="1000"/>
              </a:spcAft>
              <a:buNone/>
              <a:defRPr sz="1200"/>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048685" name="Content Placeholder 17"/>
          <p:cNvSpPr>
            <a:spLocks noGrp="1"/>
          </p:cNvSpPr>
          <p:nvPr>
            <p:ph sz="quarter" idx="1"/>
          </p:nvPr>
        </p:nvSpPr>
        <p:spPr>
          <a:xfrm>
            <a:off x="304800" y="274320"/>
            <a:ext cx="5638800" cy="6327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86" name="Date Placeholder 20"/>
          <p:cNvSpPr>
            <a:spLocks noGrp="1"/>
          </p:cNvSpPr>
          <p:nvPr>
            <p:ph type="dt" sz="half" idx="10"/>
          </p:nvPr>
        </p:nvSpPr>
        <p:spPr/>
        <p:txBody>
          <a:bodyPr rtlCol="0"/>
          <a:lstStyle/>
          <a:p>
            <a:endParaRPr lang="en-US"/>
          </a:p>
        </p:txBody>
      </p:sp>
      <p:sp>
        <p:nvSpPr>
          <p:cNvPr id="1048687" name="Slide Number Placeholder 21"/>
          <p:cNvSpPr>
            <a:spLocks noGrp="1"/>
          </p:cNvSpPr>
          <p:nvPr>
            <p:ph type="sldNum" sz="quarter" idx="11"/>
          </p:nvPr>
        </p:nvSpPr>
        <p:spPr/>
        <p:txBody>
          <a:bodyPr rtlCol="0"/>
          <a:lstStyle/>
          <a:p>
            <a:fld id="{CC122549-78EF-42E0-8D40-2FF9860133AB}" type="slidenum">
              <a:rPr lang="en-US"/>
              <a:pPr/>
              <a:t>‹#›</a:t>
            </a:fld>
            <a:endParaRPr lang="en-US"/>
          </a:p>
        </p:txBody>
      </p:sp>
      <p:sp>
        <p:nvSpPr>
          <p:cNvPr id="1048688" name="Footer Placeholder 22"/>
          <p:cNvSpPr>
            <a:spLocks noGrp="1"/>
          </p:cNvSpPr>
          <p:nvPr>
            <p:ph type="ftr" sz="quarter" idx="12"/>
          </p:nvPr>
        </p:nvSpPr>
        <p:spPr/>
        <p:txBody>
          <a:bodyPr rtlCol="0"/>
          <a:lstStyle/>
          <a:p>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048713" name="Straight Connector 4"/>
          <p:cNvSpPr>
            <a:spLocks noChangeShapeType="1"/>
          </p:cNvSpPr>
          <p:nvPr/>
        </p:nvSpPr>
        <p:spPr bwMode="auto">
          <a:xfrm>
            <a:off x="8763000" y="0"/>
            <a:ext cx="0" cy="6858000"/>
          </a:xfrm>
          <a:prstGeom prst="line">
            <a:avLst/>
          </a:prstGeom>
          <a:noFill/>
          <a:ln w="38100" cap="flat" cmpd="sng" algn="ctr">
            <a:solidFill>
              <a:schemeClr val="accent1">
                <a:tint val="60000"/>
              </a:schemeClr>
            </a:solidFill>
            <a:prstDash val="solid"/>
            <a:round/>
            <a:headEnd type="none" w="med" len="med"/>
            <a:tailEnd type="none" w="med" len="med"/>
          </a:ln>
          <a:effectLst/>
        </p:spPr>
        <p:txBody>
          <a:bodyPr/>
          <a:lstStyle/>
          <a:p>
            <a:endParaRPr lang="en-US"/>
          </a:p>
        </p:txBody>
      </p:sp>
      <p:sp>
        <p:nvSpPr>
          <p:cNvPr id="1048714" name="Oval 5"/>
          <p:cNvSpPr/>
          <p:nvPr/>
        </p:nvSpPr>
        <p:spPr>
          <a:xfrm>
            <a:off x="8156575" y="5715000"/>
            <a:ext cx="549275" cy="549275"/>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715" name="Straight Connector 6"/>
          <p:cNvSpPr>
            <a:spLocks noChangeShapeType="1"/>
          </p:cNvSpPr>
          <p:nvPr/>
        </p:nvSpPr>
        <p:spPr bwMode="auto">
          <a:xfrm>
            <a:off x="8991600" y="0"/>
            <a:ext cx="0" cy="6858000"/>
          </a:xfrm>
          <a:prstGeom prst="line">
            <a:avLst/>
          </a:prstGeom>
          <a:noFill/>
          <a:ln w="9525" cap="flat" cmpd="sng" algn="ctr">
            <a:solidFill>
              <a:schemeClr val="tx1"/>
            </a:solidFill>
            <a:prstDash val="solid"/>
            <a:round/>
            <a:headEnd type="none" w="med" len="med"/>
            <a:tailEnd type="none" w="med" len="med"/>
          </a:ln>
          <a:effectLst/>
        </p:spPr>
        <p:txBody>
          <a:bodyPr/>
          <a:lstStyle/>
          <a:p>
            <a:endParaRPr lang="en-US"/>
          </a:p>
        </p:txBody>
      </p:sp>
      <p:sp>
        <p:nvSpPr>
          <p:cNvPr id="1048716" name="Rectangle 7"/>
          <p:cNvSpPr/>
          <p:nvPr/>
        </p:nvSpPr>
        <p:spPr bwMode="auto">
          <a:xfrm>
            <a:off x="8839200" y="0"/>
            <a:ext cx="304800" cy="6858000"/>
          </a:xfrm>
          <a:prstGeom prst="rect">
            <a:avLst/>
          </a:prstGeom>
          <a:solidFill>
            <a:schemeClr val="accent1">
              <a:tint val="60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717" name="Straight Connector 8"/>
          <p:cNvSpPr>
            <a:spLocks noChangeShapeType="1"/>
          </p:cNvSpPr>
          <p:nvPr/>
        </p:nvSpPr>
        <p:spPr bwMode="auto">
          <a:xfrm>
            <a:off x="8915400" y="0"/>
            <a:ext cx="0" cy="6858000"/>
          </a:xfrm>
          <a:prstGeom prst="line">
            <a:avLst/>
          </a:prstGeom>
          <a:noFill/>
          <a:ln w="9525" cap="flat" cmpd="sng" algn="ctr">
            <a:solidFill>
              <a:schemeClr val="accent1"/>
            </a:solidFill>
            <a:prstDash val="solid"/>
            <a:round/>
            <a:headEnd type="none" w="med" len="med"/>
            <a:tailEnd type="none" w="med" len="med"/>
          </a:ln>
          <a:effectLst/>
        </p:spPr>
        <p:txBody>
          <a:bodyPr/>
          <a:lstStyle/>
          <a:p>
            <a:endParaRPr lang="en-US"/>
          </a:p>
        </p:txBody>
      </p:sp>
      <p:sp>
        <p:nvSpPr>
          <p:cNvPr id="1048718" name="Straight Connector 9"/>
          <p:cNvSpPr>
            <a:spLocks noChangeShapeType="1"/>
          </p:cNvSpPr>
          <p:nvPr/>
        </p:nvSpPr>
        <p:spPr bwMode="auto">
          <a:xfrm>
            <a:off x="6248400" y="0"/>
            <a:ext cx="0" cy="6858000"/>
          </a:xfrm>
          <a:prstGeom prst="line">
            <a:avLst/>
          </a:prstGeom>
          <a:noFill/>
          <a:ln w="38100" cap="flat" cmpd="sng" algn="ctr">
            <a:solidFill>
              <a:schemeClr val="accent1">
                <a:tint val="60000"/>
              </a:schemeClr>
            </a:solidFill>
            <a:prstDash val="solid"/>
            <a:round/>
            <a:headEnd type="none" w="med" len="med"/>
            <a:tailEnd type="none" w="med" len="med"/>
          </a:ln>
          <a:effectLst/>
        </p:spPr>
        <p:txBody>
          <a:bodyPr/>
          <a:lstStyle/>
          <a:p>
            <a:endParaRPr lang="en-US" dirty="0"/>
          </a:p>
        </p:txBody>
      </p:sp>
      <p:sp>
        <p:nvSpPr>
          <p:cNvPr id="1048719" name="Straight Connector 10"/>
          <p:cNvSpPr>
            <a:spLocks noChangeShapeType="1"/>
          </p:cNvSpPr>
          <p:nvPr/>
        </p:nvSpPr>
        <p:spPr bwMode="auto">
          <a:xfrm>
            <a:off x="6192838" y="0"/>
            <a:ext cx="0" cy="6858000"/>
          </a:xfrm>
          <a:prstGeom prst="line">
            <a:avLst/>
          </a:prstGeom>
          <a:noFill/>
          <a:ln w="12700" cap="flat" cmpd="sng" algn="ctr">
            <a:solidFill>
              <a:schemeClr val="accent1"/>
            </a:solidFill>
            <a:prstDash val="solid"/>
            <a:round/>
            <a:headEnd type="none" w="med" len="med"/>
            <a:tailEnd type="none" w="med" len="med"/>
          </a:ln>
          <a:effectLst/>
        </p:spPr>
        <p:txBody>
          <a:bodyPr/>
          <a:lstStyle/>
          <a:p>
            <a:endParaRPr lang="en-US" dirty="0"/>
          </a:p>
        </p:txBody>
      </p:sp>
      <p:sp>
        <p:nvSpPr>
          <p:cNvPr id="1048720" name="Title 1"/>
          <p:cNvSpPr>
            <a:spLocks noGrp="1"/>
          </p:cNvSpPr>
          <p:nvPr>
            <p:ph type="title"/>
          </p:nvPr>
        </p:nvSpPr>
        <p:spPr>
          <a:xfrm rot="5400000">
            <a:off x="3350133" y="3200400"/>
            <a:ext cx="6309360" cy="457200"/>
          </a:xfrm>
        </p:spPr>
        <p:txBody>
          <a:bodyPr/>
          <a:lstStyle>
            <a:lvl1pPr algn="l">
              <a:buNone/>
              <a:defRPr sz="2000" b="1"/>
            </a:lvl1pPr>
          </a:lstStyle>
          <a:p>
            <a:r>
              <a:rPr lang="en-US"/>
              <a:t>Click to edit Master title style</a:t>
            </a:r>
          </a:p>
        </p:txBody>
      </p:sp>
      <p:sp>
        <p:nvSpPr>
          <p:cNvPr id="1048721" name="Picture Placeholder 2"/>
          <p:cNvSpPr>
            <a:spLocks noGrp="1"/>
          </p:cNvSpPr>
          <p:nvPr>
            <p:ph type="pic" idx="1"/>
          </p:nvPr>
        </p:nvSpPr>
        <p:spPr>
          <a:xfrm>
            <a:off x="0" y="0"/>
            <a:ext cx="6172200" cy="6858000"/>
          </a:xfrm>
          <a:solidFill>
            <a:schemeClr val="bg2"/>
          </a:solidFill>
          <a:ln w="1270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ormAutofit/>
          </a:bodyPr>
          <a:lstStyle>
            <a:lvl1pPr marL="0" indent="0">
              <a:buNone/>
              <a:defRPr sz="3200"/>
            </a:lvl1pPr>
          </a:lstStyle>
          <a:p>
            <a:pPr lvl="0"/>
            <a:r>
              <a:rPr lang="en-US" noProof="0"/>
              <a:t>Click icon to add picture</a:t>
            </a:r>
            <a:endParaRPr lang="en-US" noProof="0" dirty="0"/>
          </a:p>
        </p:txBody>
      </p:sp>
      <p:sp>
        <p:nvSpPr>
          <p:cNvPr id="1048722" name="Text Placeholder 3"/>
          <p:cNvSpPr>
            <a:spLocks noGrp="1"/>
          </p:cNvSpPr>
          <p:nvPr>
            <p:ph type="body" sz="half" idx="2"/>
          </p:nvPr>
        </p:nvSpPr>
        <p:spPr>
          <a:xfrm>
            <a:off x="6765798" y="264795"/>
            <a:ext cx="1524000" cy="4956048"/>
          </a:xfrm>
        </p:spPr>
        <p:txBody>
          <a:bodyPr rot="0" spcFirstLastPara="0" vertOverflow="overflow" horzOverflow="overflow" spcCol="274320" rtlCol="0" fromWordArt="0" forceAA="0">
            <a:normAutofit/>
          </a:bodyPr>
          <a:lstStyle>
            <a:lvl1pPr marL="0" indent="0">
              <a:spcBef>
                <a:spcPts val="100"/>
              </a:spcBef>
              <a:spcAft>
                <a:spcPts val="400"/>
              </a:spcAft>
              <a:buFontTx/>
              <a:buNone/>
              <a:defRPr sz="1200"/>
            </a:lvl1pPr>
            <a:lvl2pPr>
              <a:defRPr sz="1200"/>
            </a:lvl2pPr>
            <a:lvl3pPr>
              <a:defRPr sz="1000"/>
            </a:lvl3pPr>
            <a:lvl4pPr>
              <a:defRPr sz="900"/>
            </a:lvl4pPr>
            <a:lvl5pPr>
              <a:defRPr sz="900"/>
            </a:lvl5pPr>
          </a:lstStyle>
          <a:p>
            <a:pPr lvl="0"/>
            <a:r>
              <a:rPr lang="en-US"/>
              <a:t>Click to edit Master text styles</a:t>
            </a:r>
          </a:p>
        </p:txBody>
      </p:sp>
      <p:sp>
        <p:nvSpPr>
          <p:cNvPr id="1048723" name="Date Placeholder 16"/>
          <p:cNvSpPr>
            <a:spLocks noGrp="1"/>
          </p:cNvSpPr>
          <p:nvPr>
            <p:ph type="dt" sz="half" idx="10"/>
          </p:nvPr>
        </p:nvSpPr>
        <p:spPr/>
        <p:txBody>
          <a:bodyPr rtlCol="0"/>
          <a:lstStyle/>
          <a:p>
            <a:endParaRPr lang="en-US"/>
          </a:p>
        </p:txBody>
      </p:sp>
      <p:sp>
        <p:nvSpPr>
          <p:cNvPr id="1048724" name="Slide Number Placeholder 17"/>
          <p:cNvSpPr>
            <a:spLocks noGrp="1"/>
          </p:cNvSpPr>
          <p:nvPr>
            <p:ph type="sldNum" sz="quarter" idx="11"/>
          </p:nvPr>
        </p:nvSpPr>
        <p:spPr/>
        <p:txBody>
          <a:bodyPr rtlCol="0"/>
          <a:lstStyle/>
          <a:p>
            <a:fld id="{922E6CB8-10BB-4B59-8AFE-9583663D5E35}" type="slidenum">
              <a:rPr lang="en-US"/>
              <a:pPr/>
              <a:t>‹#›</a:t>
            </a:fld>
            <a:endParaRPr lang="en-US"/>
          </a:p>
        </p:txBody>
      </p:sp>
      <p:sp>
        <p:nvSpPr>
          <p:cNvPr id="1048725" name="Footer Placeholder 20"/>
          <p:cNvSpPr>
            <a:spLocks noGrp="1"/>
          </p:cNvSpPr>
          <p:nvPr>
            <p:ph type="ftr" sz="quarter" idx="12"/>
          </p:nvPr>
        </p:nvSpPr>
        <p:spPr/>
        <p:txBody>
          <a:bodyPr rtlCol="0"/>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700" name="Title 1"/>
          <p:cNvSpPr>
            <a:spLocks noGrp="1"/>
          </p:cNvSpPr>
          <p:nvPr>
            <p:ph type="title"/>
          </p:nvPr>
        </p:nvSpPr>
        <p:spPr/>
        <p:txBody>
          <a:bodyPr/>
          <a:lstStyle/>
          <a:p>
            <a:r>
              <a:rPr lang="en-US"/>
              <a:t>Click to edit Master title style</a:t>
            </a:r>
          </a:p>
        </p:txBody>
      </p:sp>
      <p:sp>
        <p:nvSpPr>
          <p:cNvPr id="1048701"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02" name="Date Placeholder 13"/>
          <p:cNvSpPr>
            <a:spLocks noGrp="1"/>
          </p:cNvSpPr>
          <p:nvPr>
            <p:ph type="dt" sz="half" idx="10"/>
          </p:nvPr>
        </p:nvSpPr>
        <p:spPr/>
        <p:txBody>
          <a:bodyPr/>
          <a:lstStyle/>
          <a:p>
            <a:endParaRPr lang="en-US"/>
          </a:p>
        </p:txBody>
      </p:sp>
      <p:sp>
        <p:nvSpPr>
          <p:cNvPr id="1048703" name="Footer Placeholder 2"/>
          <p:cNvSpPr>
            <a:spLocks noGrp="1"/>
          </p:cNvSpPr>
          <p:nvPr>
            <p:ph type="ftr" sz="quarter" idx="11"/>
          </p:nvPr>
        </p:nvSpPr>
        <p:spPr/>
        <p:txBody>
          <a:bodyPr/>
          <a:lstStyle/>
          <a:p>
            <a:endParaRPr lang="en-US"/>
          </a:p>
        </p:txBody>
      </p:sp>
      <p:sp>
        <p:nvSpPr>
          <p:cNvPr id="1048704" name="Slide Number Placeholder 22"/>
          <p:cNvSpPr>
            <a:spLocks noGrp="1"/>
          </p:cNvSpPr>
          <p:nvPr>
            <p:ph type="sldNum" sz="quarter" idx="12"/>
          </p:nvPr>
        </p:nvSpPr>
        <p:spPr/>
        <p:txBody>
          <a:bodyPr/>
          <a:lstStyle/>
          <a:p>
            <a:fld id="{48A3FF0E-E39A-45C5-9A64-3D63F4DFD6DF}"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695" name="Vertical Title 1"/>
          <p:cNvSpPr>
            <a:spLocks noGrp="1"/>
          </p:cNvSpPr>
          <p:nvPr>
            <p:ph type="title" orient="vert"/>
          </p:nvPr>
        </p:nvSpPr>
        <p:spPr>
          <a:xfrm>
            <a:off x="6629400" y="274639"/>
            <a:ext cx="1676400" cy="5851525"/>
          </a:xfrm>
        </p:spPr>
        <p:txBody>
          <a:bodyPr vert="eaVert"/>
          <a:lstStyle/>
          <a:p>
            <a:r>
              <a:rPr lang="en-US"/>
              <a:t>Click to edit Master title style</a:t>
            </a:r>
          </a:p>
        </p:txBody>
      </p:sp>
      <p:sp>
        <p:nvSpPr>
          <p:cNvPr id="1048696"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97" name="Date Placeholder 13"/>
          <p:cNvSpPr>
            <a:spLocks noGrp="1"/>
          </p:cNvSpPr>
          <p:nvPr>
            <p:ph type="dt" sz="half" idx="10"/>
          </p:nvPr>
        </p:nvSpPr>
        <p:spPr/>
        <p:txBody>
          <a:bodyPr/>
          <a:lstStyle/>
          <a:p>
            <a:endParaRPr lang="en-US"/>
          </a:p>
        </p:txBody>
      </p:sp>
      <p:sp>
        <p:nvSpPr>
          <p:cNvPr id="1048698" name="Footer Placeholder 2"/>
          <p:cNvSpPr>
            <a:spLocks noGrp="1"/>
          </p:cNvSpPr>
          <p:nvPr>
            <p:ph type="ftr" sz="quarter" idx="11"/>
          </p:nvPr>
        </p:nvSpPr>
        <p:spPr/>
        <p:txBody>
          <a:bodyPr/>
          <a:lstStyle/>
          <a:p>
            <a:endParaRPr lang="en-US"/>
          </a:p>
        </p:txBody>
      </p:sp>
      <p:sp>
        <p:nvSpPr>
          <p:cNvPr id="1048699" name="Slide Number Placeholder 22"/>
          <p:cNvSpPr>
            <a:spLocks noGrp="1"/>
          </p:cNvSpPr>
          <p:nvPr>
            <p:ph type="sldNum" sz="quarter" idx="12"/>
          </p:nvPr>
        </p:nvSpPr>
        <p:spPr/>
        <p:txBody>
          <a:bodyPr/>
          <a:lstStyle/>
          <a:p>
            <a:fld id="{A1DE4F01-5F0A-4845-B09E-D578A33FB3CB}" type="slidenum">
              <a:rPr lang="en-US"/>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1048705" name="Title 1"/>
          <p:cNvSpPr>
            <a:spLocks noGrp="1"/>
          </p:cNvSpPr>
          <p:nvPr>
            <p:ph type="title" sz="quarter"/>
          </p:nvPr>
        </p:nvSpPr>
        <p:spPr>
          <a:xfrm>
            <a:off x="457200" y="277814"/>
            <a:ext cx="8229600" cy="1139825"/>
          </a:xfrm>
        </p:spPr>
        <p:txBody>
          <a:bodyPr/>
          <a:lstStyle/>
          <a:p>
            <a:r>
              <a:rPr lang="en-US"/>
              <a:t>Click to edit Master title style</a:t>
            </a:r>
            <a:endParaRPr lang="en-IN"/>
          </a:p>
        </p:txBody>
      </p:sp>
      <p:sp>
        <p:nvSpPr>
          <p:cNvPr id="1048706" name="Content Placeholder 2"/>
          <p:cNvSpPr>
            <a:spLocks noGrp="1"/>
          </p:cNvSpPr>
          <p:nvPr>
            <p:ph sz="quarter" idx="1"/>
          </p:nvPr>
        </p:nvSpPr>
        <p:spPr>
          <a:xfrm>
            <a:off x="457200" y="1600201"/>
            <a:ext cx="40386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707" name="Content Placeholder 3"/>
          <p:cNvSpPr>
            <a:spLocks noGrp="1"/>
          </p:cNvSpPr>
          <p:nvPr>
            <p:ph sz="quarter" idx="2"/>
          </p:nvPr>
        </p:nvSpPr>
        <p:spPr>
          <a:xfrm>
            <a:off x="4648200" y="1600201"/>
            <a:ext cx="40386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708" name="Content Placeholder 4"/>
          <p:cNvSpPr>
            <a:spLocks noGrp="1"/>
          </p:cNvSpPr>
          <p:nvPr>
            <p:ph sz="quarter" idx="3"/>
          </p:nvPr>
        </p:nvSpPr>
        <p:spPr>
          <a:xfrm>
            <a:off x="457200" y="3941764"/>
            <a:ext cx="40386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709" name="Content Placeholder 5"/>
          <p:cNvSpPr>
            <a:spLocks noGrp="1"/>
          </p:cNvSpPr>
          <p:nvPr>
            <p:ph sz="quarter" idx="4"/>
          </p:nvPr>
        </p:nvSpPr>
        <p:spPr>
          <a:xfrm>
            <a:off x="4648200" y="3941764"/>
            <a:ext cx="40386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710" name="Date Placeholder 13"/>
          <p:cNvSpPr>
            <a:spLocks noGrp="1"/>
          </p:cNvSpPr>
          <p:nvPr>
            <p:ph type="dt" sz="half" idx="10"/>
          </p:nvPr>
        </p:nvSpPr>
        <p:spPr/>
        <p:txBody>
          <a:bodyPr/>
          <a:lstStyle/>
          <a:p>
            <a:endParaRPr lang="en-US"/>
          </a:p>
        </p:txBody>
      </p:sp>
      <p:sp>
        <p:nvSpPr>
          <p:cNvPr id="1048711" name="Footer Placeholder 2"/>
          <p:cNvSpPr>
            <a:spLocks noGrp="1"/>
          </p:cNvSpPr>
          <p:nvPr>
            <p:ph type="ftr" sz="quarter" idx="11"/>
          </p:nvPr>
        </p:nvSpPr>
        <p:spPr/>
        <p:txBody>
          <a:bodyPr/>
          <a:lstStyle/>
          <a:p>
            <a:endParaRPr lang="en-US"/>
          </a:p>
        </p:txBody>
      </p:sp>
      <p:sp>
        <p:nvSpPr>
          <p:cNvPr id="1048712" name="Slide Number Placeholder 22"/>
          <p:cNvSpPr>
            <a:spLocks noGrp="1"/>
          </p:cNvSpPr>
          <p:nvPr>
            <p:ph type="sldNum" sz="quarter" idx="12"/>
          </p:nvPr>
        </p:nvSpPr>
        <p:spPr/>
        <p:txBody>
          <a:bodyPr/>
          <a:lstStyle/>
          <a:p>
            <a:fld id="{2D7D0A65-7576-47EB-9E87-3A12C21C51D7}" type="slidenum">
              <a:rPr lang="en-US"/>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OverTx">
  <p:cSld name="Title and 2 Content over Text">
    <p:spTree>
      <p:nvGrpSpPr>
        <p:cNvPr id="1" name=""/>
        <p:cNvGrpSpPr/>
        <p:nvPr/>
      </p:nvGrpSpPr>
      <p:grpSpPr>
        <a:xfrm>
          <a:off x="0" y="0"/>
          <a:ext cx="0" cy="0"/>
          <a:chOff x="0" y="0"/>
          <a:chExt cx="0" cy="0"/>
        </a:xfrm>
      </p:grpSpPr>
      <p:sp>
        <p:nvSpPr>
          <p:cNvPr id="1048641" name="Title 1"/>
          <p:cNvSpPr>
            <a:spLocks noGrp="1"/>
          </p:cNvSpPr>
          <p:nvPr>
            <p:ph type="title"/>
          </p:nvPr>
        </p:nvSpPr>
        <p:spPr>
          <a:xfrm>
            <a:off x="457200" y="277814"/>
            <a:ext cx="8229600" cy="1139825"/>
          </a:xfrm>
        </p:spPr>
        <p:txBody>
          <a:bodyPr/>
          <a:lstStyle/>
          <a:p>
            <a:r>
              <a:rPr lang="en-US"/>
              <a:t>Click to edit Master title style</a:t>
            </a:r>
            <a:endParaRPr lang="en-IN"/>
          </a:p>
        </p:txBody>
      </p:sp>
      <p:sp>
        <p:nvSpPr>
          <p:cNvPr id="1048642" name="Content Placeholder 2"/>
          <p:cNvSpPr>
            <a:spLocks noGrp="1"/>
          </p:cNvSpPr>
          <p:nvPr>
            <p:ph sz="quarter" idx="1"/>
          </p:nvPr>
        </p:nvSpPr>
        <p:spPr>
          <a:xfrm>
            <a:off x="457200" y="1600201"/>
            <a:ext cx="40386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643" name="Content Placeholder 3"/>
          <p:cNvSpPr>
            <a:spLocks noGrp="1"/>
          </p:cNvSpPr>
          <p:nvPr>
            <p:ph sz="quarter" idx="2"/>
          </p:nvPr>
        </p:nvSpPr>
        <p:spPr>
          <a:xfrm>
            <a:off x="4648200" y="1600201"/>
            <a:ext cx="40386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644" name="Text Placeholder 4"/>
          <p:cNvSpPr>
            <a:spLocks noGrp="1"/>
          </p:cNvSpPr>
          <p:nvPr>
            <p:ph type="body" sz="half" idx="3"/>
          </p:nvPr>
        </p:nvSpPr>
        <p:spPr>
          <a:xfrm>
            <a:off x="457200" y="3941764"/>
            <a:ext cx="82296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645" name="Date Placeholder 13"/>
          <p:cNvSpPr>
            <a:spLocks noGrp="1"/>
          </p:cNvSpPr>
          <p:nvPr>
            <p:ph type="dt" sz="half" idx="10"/>
          </p:nvPr>
        </p:nvSpPr>
        <p:spPr/>
        <p:txBody>
          <a:bodyPr/>
          <a:lstStyle/>
          <a:p>
            <a:endParaRPr lang="en-US"/>
          </a:p>
        </p:txBody>
      </p:sp>
      <p:sp>
        <p:nvSpPr>
          <p:cNvPr id="1048646" name="Footer Placeholder 2"/>
          <p:cNvSpPr>
            <a:spLocks noGrp="1"/>
          </p:cNvSpPr>
          <p:nvPr>
            <p:ph type="ftr" sz="quarter" idx="11"/>
          </p:nvPr>
        </p:nvSpPr>
        <p:spPr/>
        <p:txBody>
          <a:bodyPr/>
          <a:lstStyle/>
          <a:p>
            <a:endParaRPr lang="en-US"/>
          </a:p>
        </p:txBody>
      </p:sp>
      <p:sp>
        <p:nvSpPr>
          <p:cNvPr id="1048647" name="Slide Number Placeholder 22"/>
          <p:cNvSpPr>
            <a:spLocks noGrp="1"/>
          </p:cNvSpPr>
          <p:nvPr>
            <p:ph type="sldNum" sz="quarter" idx="12"/>
          </p:nvPr>
        </p:nvSpPr>
        <p:spPr/>
        <p:txBody>
          <a:bodyPr/>
          <a:lstStyle/>
          <a:p>
            <a:fld id="{0B17EEFC-DAC9-4C7D-BB88-F7B1F67998E6}" type="slidenum">
              <a:rPr lang="en-US"/>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clipArtAndTx">
  <p:cSld name="Title, Clip Art and Text">
    <p:spTree>
      <p:nvGrpSpPr>
        <p:cNvPr id="1" name=""/>
        <p:cNvGrpSpPr/>
        <p:nvPr/>
      </p:nvGrpSpPr>
      <p:grpSpPr>
        <a:xfrm>
          <a:off x="0" y="0"/>
          <a:ext cx="0" cy="0"/>
          <a:chOff x="0" y="0"/>
          <a:chExt cx="0" cy="0"/>
        </a:xfrm>
      </p:grpSpPr>
      <p:sp>
        <p:nvSpPr>
          <p:cNvPr id="1048608" name="Title 1"/>
          <p:cNvSpPr>
            <a:spLocks noGrp="1"/>
          </p:cNvSpPr>
          <p:nvPr>
            <p:ph type="title"/>
          </p:nvPr>
        </p:nvSpPr>
        <p:spPr>
          <a:xfrm>
            <a:off x="457200" y="277814"/>
            <a:ext cx="8229600" cy="1139825"/>
          </a:xfrm>
        </p:spPr>
        <p:txBody>
          <a:bodyPr/>
          <a:lstStyle/>
          <a:p>
            <a:r>
              <a:rPr lang="en-US"/>
              <a:t>Click to edit Master title style</a:t>
            </a:r>
            <a:endParaRPr lang="en-IN"/>
          </a:p>
        </p:txBody>
      </p:sp>
      <p:sp>
        <p:nvSpPr>
          <p:cNvPr id="1048609" name="ClipArt Placeholder 2"/>
          <p:cNvSpPr>
            <a:spLocks noGrp="1"/>
          </p:cNvSpPr>
          <p:nvPr>
            <p:ph type="clipArt" sz="half" idx="1"/>
          </p:nvPr>
        </p:nvSpPr>
        <p:spPr>
          <a:xfrm>
            <a:off x="457200" y="1600201"/>
            <a:ext cx="4038600" cy="4530725"/>
          </a:xfrm>
        </p:spPr>
        <p:txBody>
          <a:bodyPr rtlCol="0">
            <a:normAutofit/>
          </a:bodyPr>
          <a:lstStyle/>
          <a:p>
            <a:pPr lvl="0"/>
            <a:endParaRPr lang="en-IN" noProof="0"/>
          </a:p>
        </p:txBody>
      </p:sp>
      <p:sp>
        <p:nvSpPr>
          <p:cNvPr id="1048610" name="Text Placeholder 3"/>
          <p:cNvSpPr>
            <a:spLocks noGrp="1"/>
          </p:cNvSpPr>
          <p:nvPr>
            <p:ph type="body" sz="half" idx="2"/>
          </p:nvPr>
        </p:nvSpPr>
        <p:spPr>
          <a:xfrm>
            <a:off x="4648200" y="1600201"/>
            <a:ext cx="40386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611" name="Date Placeholder 13"/>
          <p:cNvSpPr>
            <a:spLocks noGrp="1"/>
          </p:cNvSpPr>
          <p:nvPr>
            <p:ph type="dt" sz="half" idx="10"/>
          </p:nvPr>
        </p:nvSpPr>
        <p:spPr/>
        <p:txBody>
          <a:bodyPr/>
          <a:lstStyle/>
          <a:p>
            <a:endParaRPr lang="en-US"/>
          </a:p>
        </p:txBody>
      </p:sp>
      <p:sp>
        <p:nvSpPr>
          <p:cNvPr id="1048612" name="Footer Placeholder 2"/>
          <p:cNvSpPr>
            <a:spLocks noGrp="1"/>
          </p:cNvSpPr>
          <p:nvPr>
            <p:ph type="ftr" sz="quarter" idx="11"/>
          </p:nvPr>
        </p:nvSpPr>
        <p:spPr/>
        <p:txBody>
          <a:bodyPr/>
          <a:lstStyle/>
          <a:p>
            <a:endParaRPr lang="en-US"/>
          </a:p>
        </p:txBody>
      </p:sp>
      <p:sp>
        <p:nvSpPr>
          <p:cNvPr id="1048613" name="Slide Number Placeholder 22"/>
          <p:cNvSpPr>
            <a:spLocks noGrp="1"/>
          </p:cNvSpPr>
          <p:nvPr>
            <p:ph type="sldNum" sz="quarter" idx="12"/>
          </p:nvPr>
        </p:nvSpPr>
        <p:spPr/>
        <p:txBody>
          <a:bodyPr/>
          <a:lstStyle/>
          <a:p>
            <a:fld id="{97EC1756-27E8-41EA-8282-10284CA71AC7}" type="slidenum">
              <a:rPr lang="en-US"/>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1048689" name="Title 1"/>
          <p:cNvSpPr>
            <a:spLocks noGrp="1"/>
          </p:cNvSpPr>
          <p:nvPr>
            <p:ph type="title"/>
          </p:nvPr>
        </p:nvSpPr>
        <p:spPr>
          <a:xfrm>
            <a:off x="457200" y="277814"/>
            <a:ext cx="8229600" cy="1139825"/>
          </a:xfrm>
        </p:spPr>
        <p:txBody>
          <a:bodyPr/>
          <a:lstStyle/>
          <a:p>
            <a:r>
              <a:rPr lang="en-US"/>
              <a:t>Click to edit Master title style</a:t>
            </a:r>
            <a:endParaRPr lang="en-IN"/>
          </a:p>
        </p:txBody>
      </p:sp>
      <p:sp>
        <p:nvSpPr>
          <p:cNvPr id="1048690" name="Content Placeholder 2"/>
          <p:cNvSpPr>
            <a:spLocks noGrp="1"/>
          </p:cNvSpPr>
          <p:nvPr>
            <p:ph sz="half" idx="1"/>
          </p:nvPr>
        </p:nvSpPr>
        <p:spPr>
          <a:xfrm>
            <a:off x="457200" y="1600201"/>
            <a:ext cx="82296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691" name="Text Placeholder 3"/>
          <p:cNvSpPr>
            <a:spLocks noGrp="1"/>
          </p:cNvSpPr>
          <p:nvPr>
            <p:ph type="body" sz="half" idx="2"/>
          </p:nvPr>
        </p:nvSpPr>
        <p:spPr>
          <a:xfrm>
            <a:off x="457200" y="3941764"/>
            <a:ext cx="82296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48692" name="Date Placeholder 13"/>
          <p:cNvSpPr>
            <a:spLocks noGrp="1"/>
          </p:cNvSpPr>
          <p:nvPr>
            <p:ph type="dt" sz="half" idx="10"/>
          </p:nvPr>
        </p:nvSpPr>
        <p:spPr/>
        <p:txBody>
          <a:bodyPr/>
          <a:lstStyle/>
          <a:p>
            <a:endParaRPr lang="en-US"/>
          </a:p>
        </p:txBody>
      </p:sp>
      <p:sp>
        <p:nvSpPr>
          <p:cNvPr id="1048693" name="Footer Placeholder 2"/>
          <p:cNvSpPr>
            <a:spLocks noGrp="1"/>
          </p:cNvSpPr>
          <p:nvPr>
            <p:ph type="ftr" sz="quarter" idx="11"/>
          </p:nvPr>
        </p:nvSpPr>
        <p:spPr/>
        <p:txBody>
          <a:bodyPr/>
          <a:lstStyle/>
          <a:p>
            <a:endParaRPr lang="en-US"/>
          </a:p>
        </p:txBody>
      </p:sp>
      <p:sp>
        <p:nvSpPr>
          <p:cNvPr id="1048694" name="Slide Number Placeholder 22"/>
          <p:cNvSpPr>
            <a:spLocks noGrp="1"/>
          </p:cNvSpPr>
          <p:nvPr>
            <p:ph type="sldNum" sz="quarter" idx="12"/>
          </p:nvPr>
        </p:nvSpPr>
        <p:spPr/>
        <p:txBody>
          <a:bodyPr/>
          <a:lstStyle/>
          <a:p>
            <a:fld id="{A9A72E05-CE5C-4C7C-89E4-462F04D3C45C}"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576" name="Straight Connector 15"/>
          <p:cNvSpPr>
            <a:spLocks noChangeShapeType="1"/>
          </p:cNvSpPr>
          <p:nvPr/>
        </p:nvSpPr>
        <p:spPr bwMode="auto">
          <a:xfrm>
            <a:off x="8763000" y="0"/>
            <a:ext cx="0" cy="6858000"/>
          </a:xfrm>
          <a:prstGeom prst="line">
            <a:avLst/>
          </a:prstGeom>
          <a:noFill/>
          <a:ln w="38100" cap="flat" cmpd="sng" algn="ctr">
            <a:solidFill>
              <a:schemeClr val="accent1">
                <a:tint val="60000"/>
                <a:alpha val="93000"/>
              </a:schemeClr>
            </a:solidFill>
            <a:prstDash val="solid"/>
            <a:round/>
            <a:headEnd type="none" w="med" len="med"/>
            <a:tailEnd type="none" w="med" len="med"/>
          </a:ln>
          <a:effectLst/>
        </p:spPr>
        <p:txBody>
          <a:bodyPr/>
          <a:lstStyle/>
          <a:p>
            <a:endParaRPr lang="en-US" dirty="0"/>
          </a:p>
        </p:txBody>
      </p:sp>
      <p:sp>
        <p:nvSpPr>
          <p:cNvPr id="1048577" name="Title Placeholder 21"/>
          <p:cNvSpPr>
            <a:spLocks noGrp="1"/>
          </p:cNvSpPr>
          <p:nvPr>
            <p:ph type="title"/>
          </p:nvPr>
        </p:nvSpPr>
        <p:spPr>
          <a:xfrm>
            <a:off x="457200" y="274638"/>
            <a:ext cx="7467600" cy="1143000"/>
          </a:xfrm>
          <a:prstGeom prst="rect">
            <a:avLst/>
          </a:prstGeom>
        </p:spPr>
        <p:txBody>
          <a:bodyPr vert="horz" anchor="b">
            <a:normAutofit/>
          </a:bodyPr>
          <a:lstStyle/>
          <a:p>
            <a:r>
              <a:rPr lang="en-US"/>
              <a:t>Click to edit Master title style</a:t>
            </a:r>
          </a:p>
        </p:txBody>
      </p:sp>
      <p:sp>
        <p:nvSpPr>
          <p:cNvPr id="1048578" name="Text Placeholder 12"/>
          <p:cNvSpPr>
            <a:spLocks noGrp="1"/>
          </p:cNvSpPr>
          <p:nvPr>
            <p:ph type="body" idx="1"/>
          </p:nvPr>
        </p:nvSpPr>
        <p:spPr bwMode="auto">
          <a:xfrm>
            <a:off x="457200" y="1600200"/>
            <a:ext cx="7467600" cy="487362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579" name="Date Placeholder 13"/>
          <p:cNvSpPr>
            <a:spLocks noGrp="1"/>
          </p:cNvSpPr>
          <p:nvPr>
            <p:ph type="dt" sz="half" idx="2"/>
          </p:nvPr>
        </p:nvSpPr>
        <p:spPr>
          <a:xfrm rot="5400000">
            <a:off x="7589045" y="1081881"/>
            <a:ext cx="2011362" cy="384175"/>
          </a:xfrm>
          <a:prstGeom prst="rect">
            <a:avLst/>
          </a:prstGeom>
        </p:spPr>
        <p:txBody>
          <a:bodyPr vert="horz" anchor="ctr" anchorCtr="0"/>
          <a:lstStyle>
            <a:lvl1pPr algn="r" eaLnBrk="1" latinLnBrk="0" hangingPunct="1">
              <a:defRPr kumimoji="0" sz="1200">
                <a:solidFill>
                  <a:schemeClr val="tx2"/>
                </a:solidFill>
              </a:defRPr>
            </a:lvl1pPr>
          </a:lstStyle>
          <a:p>
            <a:endParaRPr lang="en-US"/>
          </a:p>
        </p:txBody>
      </p:sp>
      <p:sp>
        <p:nvSpPr>
          <p:cNvPr id="1048580" name="Footer Placeholder 2"/>
          <p:cNvSpPr>
            <a:spLocks noGrp="1"/>
          </p:cNvSpPr>
          <p:nvPr>
            <p:ph type="ftr" sz="quarter" idx="3"/>
          </p:nvPr>
        </p:nvSpPr>
        <p:spPr>
          <a:xfrm rot="5400000">
            <a:off x="6989763" y="3736975"/>
            <a:ext cx="3200400" cy="365125"/>
          </a:xfrm>
          <a:prstGeom prst="rect">
            <a:avLst/>
          </a:prstGeom>
        </p:spPr>
        <p:txBody>
          <a:bodyPr vert="horz" anchor="ctr" anchorCtr="0"/>
          <a:lstStyle>
            <a:lvl1pPr algn="l" eaLnBrk="1" latinLnBrk="0" hangingPunct="1">
              <a:defRPr kumimoji="0" sz="1200">
                <a:solidFill>
                  <a:schemeClr val="tx2"/>
                </a:solidFill>
              </a:defRPr>
            </a:lvl1pPr>
          </a:lstStyle>
          <a:p>
            <a:endParaRPr lang="en-US"/>
          </a:p>
        </p:txBody>
      </p:sp>
      <p:sp>
        <p:nvSpPr>
          <p:cNvPr id="1048581" name="Straight Connector 6"/>
          <p:cNvSpPr>
            <a:spLocks noChangeShapeType="1"/>
          </p:cNvSpPr>
          <p:nvPr/>
        </p:nvSpPr>
        <p:spPr bwMode="auto">
          <a:xfrm>
            <a:off x="76200" y="0"/>
            <a:ext cx="0" cy="6858000"/>
          </a:xfrm>
          <a:prstGeom prst="line">
            <a:avLst/>
          </a:prstGeom>
          <a:noFill/>
          <a:ln w="57150" cap="flat" cmpd="thickThin" algn="ctr">
            <a:solidFill>
              <a:schemeClr val="accent1">
                <a:tint val="60000"/>
              </a:schemeClr>
            </a:solidFill>
            <a:prstDash val="solid"/>
            <a:round/>
            <a:headEnd type="none" w="med" len="med"/>
            <a:tailEnd type="none" w="med" len="med"/>
          </a:ln>
          <a:effectLst/>
        </p:spPr>
        <p:txBody>
          <a:bodyPr/>
          <a:lstStyle/>
          <a:p>
            <a:endParaRPr lang="en-US"/>
          </a:p>
        </p:txBody>
      </p:sp>
      <p:sp>
        <p:nvSpPr>
          <p:cNvPr id="1048582" name="Straight Connector 8"/>
          <p:cNvSpPr>
            <a:spLocks noChangeShapeType="1"/>
          </p:cNvSpPr>
          <p:nvPr/>
        </p:nvSpPr>
        <p:spPr bwMode="auto">
          <a:xfrm>
            <a:off x="8991600" y="0"/>
            <a:ext cx="0" cy="6858000"/>
          </a:xfrm>
          <a:prstGeom prst="line">
            <a:avLst/>
          </a:prstGeom>
          <a:noFill/>
          <a:ln w="19050" cap="flat" cmpd="sng" algn="ctr">
            <a:solidFill>
              <a:schemeClr val="accent1"/>
            </a:solidFill>
            <a:prstDash val="solid"/>
            <a:round/>
            <a:headEnd type="none" w="med" len="med"/>
            <a:tailEnd type="none" w="med" len="med"/>
          </a:ln>
          <a:effectLst/>
        </p:spPr>
        <p:txBody>
          <a:bodyPr/>
          <a:lstStyle/>
          <a:p>
            <a:endParaRPr lang="en-US"/>
          </a:p>
        </p:txBody>
      </p:sp>
      <p:sp>
        <p:nvSpPr>
          <p:cNvPr id="1048583" name="Rectangle 9"/>
          <p:cNvSpPr/>
          <p:nvPr/>
        </p:nvSpPr>
        <p:spPr bwMode="auto">
          <a:xfrm>
            <a:off x="8839200" y="0"/>
            <a:ext cx="304800" cy="6858000"/>
          </a:xfrm>
          <a:prstGeom prst="rect">
            <a:avLst/>
          </a:prstGeom>
          <a:solidFill>
            <a:schemeClr val="accent1">
              <a:tint val="60000"/>
              <a:alpha val="87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a:p>
        </p:txBody>
      </p:sp>
      <p:sp>
        <p:nvSpPr>
          <p:cNvPr id="1048584" name="Straight Connector 10"/>
          <p:cNvSpPr>
            <a:spLocks noChangeShapeType="1"/>
          </p:cNvSpPr>
          <p:nvPr/>
        </p:nvSpPr>
        <p:spPr bwMode="auto">
          <a:xfrm>
            <a:off x="8915400" y="0"/>
            <a:ext cx="0" cy="6858000"/>
          </a:xfrm>
          <a:prstGeom prst="line">
            <a:avLst/>
          </a:prstGeom>
          <a:noFill/>
          <a:ln w="9525" cap="flat" cmpd="sng" algn="ctr">
            <a:solidFill>
              <a:schemeClr val="accent1"/>
            </a:solidFill>
            <a:prstDash val="solid"/>
            <a:round/>
            <a:headEnd type="none" w="med" len="med"/>
            <a:tailEnd type="none" w="med" len="med"/>
          </a:ln>
          <a:effectLst/>
        </p:spPr>
        <p:txBody>
          <a:bodyPr/>
          <a:lstStyle/>
          <a:p>
            <a:endParaRPr lang="en-US"/>
          </a:p>
        </p:txBody>
      </p:sp>
      <p:sp>
        <p:nvSpPr>
          <p:cNvPr id="1048585" name="Oval 11"/>
          <p:cNvSpPr/>
          <p:nvPr/>
        </p:nvSpPr>
        <p:spPr>
          <a:xfrm>
            <a:off x="8156575" y="5715000"/>
            <a:ext cx="549275" cy="549275"/>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eaLnBrk="1" hangingPunct="1"/>
            <a:endParaRPr lang="en-US" dirty="0"/>
          </a:p>
        </p:txBody>
      </p:sp>
      <p:sp>
        <p:nvSpPr>
          <p:cNvPr id="1048586" name="Slide Number Placeholder 22"/>
          <p:cNvSpPr>
            <a:spLocks noGrp="1"/>
          </p:cNvSpPr>
          <p:nvPr>
            <p:ph type="sldNum" sz="quarter" idx="4"/>
          </p:nvPr>
        </p:nvSpPr>
        <p:spPr>
          <a:xfrm>
            <a:off x="8129588" y="5734050"/>
            <a:ext cx="609600" cy="520700"/>
          </a:xfrm>
          <a:prstGeom prst="rect">
            <a:avLst/>
          </a:prstGeom>
        </p:spPr>
        <p:txBody>
          <a:bodyPr vert="horz" anchor="ctr"/>
          <a:lstStyle>
            <a:lvl1pPr algn="ctr" eaLnBrk="1" latinLnBrk="0" hangingPunct="1">
              <a:defRPr kumimoji="0" sz="1400" b="1">
                <a:solidFill>
                  <a:srgbClr val="FFFFFF"/>
                </a:solidFill>
              </a:defRPr>
            </a:lvl1pPr>
          </a:lstStyle>
          <a:p>
            <a:fld id="{C29A5317-7720-458C-9654-302A2D1691B8}"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grpId="0" nodeType="withEffect">
                                  <p:stCondLst>
                                    <p:cond delay="0"/>
                                  </p:stCondLst>
                                  <p:childTnLst>
                                    <p:set>
                                      <p:cBhvr>
                                        <p:cTn id="6" dur="1" fill="hold">
                                          <p:stCondLst>
                                            <p:cond delay="0"/>
                                          </p:stCondLst>
                                        </p:cTn>
                                        <p:tgtEl>
                                          <p:spTgt spid="1048577"/>
                                        </p:tgtEl>
                                        <p:attrNameLst>
                                          <p:attrName>style.visibility</p:attrName>
                                        </p:attrNameLst>
                                      </p:cBhvr>
                                      <p:to>
                                        <p:strVal val="visible"/>
                                      </p:to>
                                    </p:set>
                                    <p:anim calcmode="lin" valueType="num">
                                      <p:cBhvr>
                                        <p:cTn id="7" dur="500" fill="hold"/>
                                        <p:tgtEl>
                                          <p:spTgt spid="1048577"/>
                                        </p:tgtEl>
                                        <p:attrNameLst>
                                          <p:attrName>ppt_w</p:attrName>
                                        </p:attrNameLst>
                                      </p:cBhvr>
                                      <p:tavLst>
                                        <p:tav tm="0">
                                          <p:val>
                                            <p:fltVal val="0"/>
                                          </p:val>
                                        </p:tav>
                                        <p:tav tm="100000">
                                          <p:val>
                                            <p:strVal val="#ppt_w"/>
                                          </p:val>
                                        </p:tav>
                                      </p:tavLst>
                                    </p:anim>
                                    <p:anim calcmode="lin" valueType="num">
                                      <p:cBhvr>
                                        <p:cTn id="8" dur="500" fill="hold"/>
                                        <p:tgtEl>
                                          <p:spTgt spid="1048577"/>
                                        </p:tgtEl>
                                        <p:attrNameLst>
                                          <p:attrName>ppt_h</p:attrName>
                                        </p:attrNameLst>
                                      </p:cBhvr>
                                      <p:tavLst>
                                        <p:tav tm="0">
                                          <p:val>
                                            <p:flt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grpId="0" nodeType="clickEffect">
                                  <p:stCondLst>
                                    <p:cond delay="0"/>
                                  </p:stCondLst>
                                  <p:childTnLst>
                                    <p:set>
                                      <p:cBhvr>
                                        <p:cTn id="12" dur="1" fill="hold">
                                          <p:stCondLst>
                                            <p:cond delay="0"/>
                                          </p:stCondLst>
                                        </p:cTn>
                                        <p:tgtEl>
                                          <p:spTgt spid="1048578">
                                            <p:txEl>
                                              <p:pRg st="0" end="0"/>
                                            </p:txEl>
                                          </p:spTgt>
                                        </p:tgtEl>
                                        <p:attrNameLst>
                                          <p:attrName>style.visibility</p:attrName>
                                        </p:attrNameLst>
                                      </p:cBhvr>
                                      <p:to>
                                        <p:strVal val="visible"/>
                                      </p:to>
                                    </p:set>
                                    <p:anim calcmode="lin" valueType="num">
                                      <p:cBhvr>
                                        <p:cTn id="13" dur="500" fill="hold"/>
                                        <p:tgtEl>
                                          <p:spTgt spid="1048578">
                                            <p:txEl>
                                              <p:pRg st="0" end="0"/>
                                            </p:txEl>
                                          </p:spTgt>
                                        </p:tgtEl>
                                        <p:attrNameLst>
                                          <p:attrName>ppt_w</p:attrName>
                                        </p:attrNameLst>
                                      </p:cBhvr>
                                      <p:tavLst>
                                        <p:tav tm="0">
                                          <p:val>
                                            <p:fltVal val="0"/>
                                          </p:val>
                                        </p:tav>
                                        <p:tav tm="100000">
                                          <p:val>
                                            <p:strVal val="#ppt_w"/>
                                          </p:val>
                                        </p:tav>
                                      </p:tavLst>
                                    </p:anim>
                                    <p:anim calcmode="lin" valueType="num">
                                      <p:cBhvr>
                                        <p:cTn id="14" dur="500" fill="hold"/>
                                        <p:tgtEl>
                                          <p:spTgt spid="1048578">
                                            <p:txEl>
                                              <p:pRg st="0" end="0"/>
                                            </p:txEl>
                                          </p:spTgt>
                                        </p:tgtEl>
                                        <p:attrNameLst>
                                          <p:attrName>ppt_h</p:attrName>
                                        </p:attrNameLst>
                                      </p:cBhvr>
                                      <p:tavLst>
                                        <p:tav tm="0">
                                          <p:val>
                                            <p:fltVal val="0"/>
                                          </p:val>
                                        </p:tav>
                                        <p:tav tm="100000">
                                          <p:val>
                                            <p:strVal val="#ppt_h"/>
                                          </p:val>
                                        </p:tav>
                                      </p:tavLst>
                                    </p:anim>
                                  </p:childTnLst>
                                </p:cTn>
                              </p:par>
                              <p:par>
                                <p:cTn id="15" presetID="23" presetClass="entr" presetSubtype="16" fill="hold" grpId="0" nodeType="withEffect">
                                  <p:stCondLst>
                                    <p:cond delay="0"/>
                                  </p:stCondLst>
                                  <p:childTnLst>
                                    <p:set>
                                      <p:cBhvr>
                                        <p:cTn id="16" dur="1" fill="hold">
                                          <p:stCondLst>
                                            <p:cond delay="0"/>
                                          </p:stCondLst>
                                        </p:cTn>
                                        <p:tgtEl>
                                          <p:spTgt spid="1048578">
                                            <p:txEl>
                                              <p:pRg st="1" end="1"/>
                                            </p:txEl>
                                          </p:spTgt>
                                        </p:tgtEl>
                                        <p:attrNameLst>
                                          <p:attrName>style.visibility</p:attrName>
                                        </p:attrNameLst>
                                      </p:cBhvr>
                                      <p:to>
                                        <p:strVal val="visible"/>
                                      </p:to>
                                    </p:set>
                                    <p:anim calcmode="lin" valueType="num">
                                      <p:cBhvr>
                                        <p:cTn id="17" dur="500" fill="hold"/>
                                        <p:tgtEl>
                                          <p:spTgt spid="1048578">
                                            <p:txEl>
                                              <p:pRg st="1" end="1"/>
                                            </p:txEl>
                                          </p:spTgt>
                                        </p:tgtEl>
                                        <p:attrNameLst>
                                          <p:attrName>ppt_w</p:attrName>
                                        </p:attrNameLst>
                                      </p:cBhvr>
                                      <p:tavLst>
                                        <p:tav tm="0">
                                          <p:val>
                                            <p:fltVal val="0"/>
                                          </p:val>
                                        </p:tav>
                                        <p:tav tm="100000">
                                          <p:val>
                                            <p:strVal val="#ppt_w"/>
                                          </p:val>
                                        </p:tav>
                                      </p:tavLst>
                                    </p:anim>
                                    <p:anim calcmode="lin" valueType="num">
                                      <p:cBhvr>
                                        <p:cTn id="18" dur="500" fill="hold"/>
                                        <p:tgtEl>
                                          <p:spTgt spid="1048578">
                                            <p:txEl>
                                              <p:pRg st="1" end="1"/>
                                            </p:txEl>
                                          </p:spTgt>
                                        </p:tgtEl>
                                        <p:attrNameLst>
                                          <p:attrName>ppt_h</p:attrName>
                                        </p:attrNameLst>
                                      </p:cBhvr>
                                      <p:tavLst>
                                        <p:tav tm="0">
                                          <p:val>
                                            <p:fltVal val="0"/>
                                          </p:val>
                                        </p:tav>
                                        <p:tav tm="100000">
                                          <p:val>
                                            <p:strVal val="#ppt_h"/>
                                          </p:val>
                                        </p:tav>
                                      </p:tavLst>
                                    </p:anim>
                                  </p:childTnLst>
                                </p:cTn>
                              </p:par>
                              <p:par>
                                <p:cTn id="19" presetID="23" presetClass="entr" presetSubtype="16" fill="hold" grpId="0" nodeType="withEffect">
                                  <p:stCondLst>
                                    <p:cond delay="0"/>
                                  </p:stCondLst>
                                  <p:childTnLst>
                                    <p:set>
                                      <p:cBhvr>
                                        <p:cTn id="20" dur="1" fill="hold">
                                          <p:stCondLst>
                                            <p:cond delay="0"/>
                                          </p:stCondLst>
                                        </p:cTn>
                                        <p:tgtEl>
                                          <p:spTgt spid="1048578">
                                            <p:txEl>
                                              <p:pRg st="2" end="2"/>
                                            </p:txEl>
                                          </p:spTgt>
                                        </p:tgtEl>
                                        <p:attrNameLst>
                                          <p:attrName>style.visibility</p:attrName>
                                        </p:attrNameLst>
                                      </p:cBhvr>
                                      <p:to>
                                        <p:strVal val="visible"/>
                                      </p:to>
                                    </p:set>
                                    <p:anim calcmode="lin" valueType="num">
                                      <p:cBhvr>
                                        <p:cTn id="21" dur="500" fill="hold"/>
                                        <p:tgtEl>
                                          <p:spTgt spid="1048578">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1048578">
                                            <p:txEl>
                                              <p:pRg st="2" end="2"/>
                                            </p:txEl>
                                          </p:spTgt>
                                        </p:tgtEl>
                                        <p:attrNameLst>
                                          <p:attrName>ppt_h</p:attrName>
                                        </p:attrNameLst>
                                      </p:cBhvr>
                                      <p:tavLst>
                                        <p:tav tm="0">
                                          <p:val>
                                            <p:fltVal val="0"/>
                                          </p:val>
                                        </p:tav>
                                        <p:tav tm="100000">
                                          <p:val>
                                            <p:strVal val="#ppt_h"/>
                                          </p:val>
                                        </p:tav>
                                      </p:tavLst>
                                    </p:anim>
                                  </p:childTnLst>
                                </p:cTn>
                              </p:par>
                              <p:par>
                                <p:cTn id="23" presetID="23" presetClass="entr" presetSubtype="16" fill="hold" grpId="0" nodeType="withEffect">
                                  <p:stCondLst>
                                    <p:cond delay="0"/>
                                  </p:stCondLst>
                                  <p:childTnLst>
                                    <p:set>
                                      <p:cBhvr>
                                        <p:cTn id="24" dur="1" fill="hold">
                                          <p:stCondLst>
                                            <p:cond delay="0"/>
                                          </p:stCondLst>
                                        </p:cTn>
                                        <p:tgtEl>
                                          <p:spTgt spid="1048578">
                                            <p:txEl>
                                              <p:pRg st="3" end="3"/>
                                            </p:txEl>
                                          </p:spTgt>
                                        </p:tgtEl>
                                        <p:attrNameLst>
                                          <p:attrName>style.visibility</p:attrName>
                                        </p:attrNameLst>
                                      </p:cBhvr>
                                      <p:to>
                                        <p:strVal val="visible"/>
                                      </p:to>
                                    </p:set>
                                    <p:anim calcmode="lin" valueType="num">
                                      <p:cBhvr>
                                        <p:cTn id="25" dur="500" fill="hold"/>
                                        <p:tgtEl>
                                          <p:spTgt spid="1048578">
                                            <p:txEl>
                                              <p:pRg st="3" end="3"/>
                                            </p:txEl>
                                          </p:spTgt>
                                        </p:tgtEl>
                                        <p:attrNameLst>
                                          <p:attrName>ppt_w</p:attrName>
                                        </p:attrNameLst>
                                      </p:cBhvr>
                                      <p:tavLst>
                                        <p:tav tm="0">
                                          <p:val>
                                            <p:fltVal val="0"/>
                                          </p:val>
                                        </p:tav>
                                        <p:tav tm="100000">
                                          <p:val>
                                            <p:strVal val="#ppt_w"/>
                                          </p:val>
                                        </p:tav>
                                      </p:tavLst>
                                    </p:anim>
                                    <p:anim calcmode="lin" valueType="num">
                                      <p:cBhvr>
                                        <p:cTn id="26" dur="500" fill="hold"/>
                                        <p:tgtEl>
                                          <p:spTgt spid="1048578">
                                            <p:txEl>
                                              <p:pRg st="3" end="3"/>
                                            </p:txEl>
                                          </p:spTgt>
                                        </p:tgtEl>
                                        <p:attrNameLst>
                                          <p:attrName>ppt_h</p:attrName>
                                        </p:attrNameLst>
                                      </p:cBhvr>
                                      <p:tavLst>
                                        <p:tav tm="0">
                                          <p:val>
                                            <p:fltVal val="0"/>
                                          </p:val>
                                        </p:tav>
                                        <p:tav tm="100000">
                                          <p:val>
                                            <p:strVal val="#ppt_h"/>
                                          </p:val>
                                        </p:tav>
                                      </p:tavLst>
                                    </p:anim>
                                  </p:childTnLst>
                                </p:cTn>
                              </p:par>
                              <p:par>
                                <p:cTn id="27" presetID="23" presetClass="entr" presetSubtype="16" fill="hold" grpId="0" nodeType="withEffect">
                                  <p:stCondLst>
                                    <p:cond delay="0"/>
                                  </p:stCondLst>
                                  <p:childTnLst>
                                    <p:set>
                                      <p:cBhvr>
                                        <p:cTn id="28" dur="1" fill="hold">
                                          <p:stCondLst>
                                            <p:cond delay="0"/>
                                          </p:stCondLst>
                                        </p:cTn>
                                        <p:tgtEl>
                                          <p:spTgt spid="1048578">
                                            <p:txEl>
                                              <p:pRg st="4" end="4"/>
                                            </p:txEl>
                                          </p:spTgt>
                                        </p:tgtEl>
                                        <p:attrNameLst>
                                          <p:attrName>style.visibility</p:attrName>
                                        </p:attrNameLst>
                                      </p:cBhvr>
                                      <p:to>
                                        <p:strVal val="visible"/>
                                      </p:to>
                                    </p:set>
                                    <p:anim calcmode="lin" valueType="num">
                                      <p:cBhvr>
                                        <p:cTn id="29" dur="500" fill="hold"/>
                                        <p:tgtEl>
                                          <p:spTgt spid="1048578">
                                            <p:txEl>
                                              <p:pRg st="4" end="4"/>
                                            </p:txEl>
                                          </p:spTgt>
                                        </p:tgtEl>
                                        <p:attrNameLst>
                                          <p:attrName>ppt_w</p:attrName>
                                        </p:attrNameLst>
                                      </p:cBhvr>
                                      <p:tavLst>
                                        <p:tav tm="0">
                                          <p:val>
                                            <p:fltVal val="0"/>
                                          </p:val>
                                        </p:tav>
                                        <p:tav tm="100000">
                                          <p:val>
                                            <p:strVal val="#ppt_w"/>
                                          </p:val>
                                        </p:tav>
                                      </p:tavLst>
                                    </p:anim>
                                    <p:anim calcmode="lin" valueType="num">
                                      <p:cBhvr>
                                        <p:cTn id="30" dur="500" fill="hold"/>
                                        <p:tgtEl>
                                          <p:spTgt spid="1048578">
                                            <p:txEl>
                                              <p:pRg st="4" end="4"/>
                                            </p:txEl>
                                          </p:spTgt>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8577" grpId="0"/>
      <p:bldP spid="1048578" grpId="0" build="p"/>
    </p:bldLst>
  </p:timing>
  <p:txStyles>
    <p:titleStyle>
      <a:lvl1pPr algn="l" rtl="0" eaLnBrk="0" fontAlgn="base" hangingPunct="0">
        <a:spcBef>
          <a:spcPct val="0"/>
        </a:spcBef>
        <a:spcAft>
          <a:spcPct val="0"/>
        </a:spcAft>
        <a:defRPr sz="3000" kern="1200" cap="small">
          <a:solidFill>
            <a:schemeClr val="tx2"/>
          </a:solidFill>
          <a:latin typeface="+mj-lt"/>
          <a:ea typeface="+mj-ea"/>
          <a:cs typeface="+mj-cs"/>
        </a:defRPr>
      </a:lvl1pPr>
      <a:lvl2pPr algn="l" rtl="0" eaLnBrk="0" fontAlgn="base" hangingPunct="0">
        <a:spcBef>
          <a:spcPct val="0"/>
        </a:spcBef>
        <a:spcAft>
          <a:spcPct val="0"/>
        </a:spcAft>
        <a:defRPr sz="3000">
          <a:solidFill>
            <a:schemeClr val="tx2"/>
          </a:solidFill>
          <a:latin typeface="Century Schoolbook" pitchFamily="18" charset="0"/>
        </a:defRPr>
      </a:lvl2pPr>
      <a:lvl3pPr algn="l" rtl="0" eaLnBrk="0" fontAlgn="base" hangingPunct="0">
        <a:spcBef>
          <a:spcPct val="0"/>
        </a:spcBef>
        <a:spcAft>
          <a:spcPct val="0"/>
        </a:spcAft>
        <a:defRPr sz="3000">
          <a:solidFill>
            <a:schemeClr val="tx2"/>
          </a:solidFill>
          <a:latin typeface="Century Schoolbook" pitchFamily="18" charset="0"/>
        </a:defRPr>
      </a:lvl3pPr>
      <a:lvl4pPr algn="l" rtl="0" eaLnBrk="0" fontAlgn="base" hangingPunct="0">
        <a:spcBef>
          <a:spcPct val="0"/>
        </a:spcBef>
        <a:spcAft>
          <a:spcPct val="0"/>
        </a:spcAft>
        <a:defRPr sz="3000">
          <a:solidFill>
            <a:schemeClr val="tx2"/>
          </a:solidFill>
          <a:latin typeface="Century Schoolbook" pitchFamily="18" charset="0"/>
        </a:defRPr>
      </a:lvl4pPr>
      <a:lvl5pPr algn="l" rtl="0" eaLnBrk="0" fontAlgn="base" hangingPunct="0">
        <a:spcBef>
          <a:spcPct val="0"/>
        </a:spcBef>
        <a:spcAft>
          <a:spcPct val="0"/>
        </a:spcAft>
        <a:defRPr sz="3000">
          <a:solidFill>
            <a:schemeClr val="tx2"/>
          </a:solidFill>
          <a:latin typeface="Century Schoolbook" pitchFamily="18" charset="0"/>
        </a:defRPr>
      </a:lvl5pPr>
      <a:lvl6pPr marL="457200" algn="l" rtl="0" fontAlgn="base">
        <a:spcBef>
          <a:spcPct val="0"/>
        </a:spcBef>
        <a:spcAft>
          <a:spcPct val="0"/>
        </a:spcAft>
        <a:defRPr sz="3000">
          <a:solidFill>
            <a:schemeClr val="tx2"/>
          </a:solidFill>
          <a:latin typeface="Century Schoolbook" pitchFamily="18" charset="0"/>
        </a:defRPr>
      </a:lvl6pPr>
      <a:lvl7pPr marL="914400" algn="l" rtl="0" fontAlgn="base">
        <a:spcBef>
          <a:spcPct val="0"/>
        </a:spcBef>
        <a:spcAft>
          <a:spcPct val="0"/>
        </a:spcAft>
        <a:defRPr sz="3000">
          <a:solidFill>
            <a:schemeClr val="tx2"/>
          </a:solidFill>
          <a:latin typeface="Century Schoolbook" pitchFamily="18" charset="0"/>
        </a:defRPr>
      </a:lvl7pPr>
      <a:lvl8pPr marL="1371600" algn="l" rtl="0" fontAlgn="base">
        <a:spcBef>
          <a:spcPct val="0"/>
        </a:spcBef>
        <a:spcAft>
          <a:spcPct val="0"/>
        </a:spcAft>
        <a:defRPr sz="3000">
          <a:solidFill>
            <a:schemeClr val="tx2"/>
          </a:solidFill>
          <a:latin typeface="Century Schoolbook" pitchFamily="18" charset="0"/>
        </a:defRPr>
      </a:lvl8pPr>
      <a:lvl9pPr marL="1828800" algn="l" rtl="0" fontAlgn="base">
        <a:spcBef>
          <a:spcPct val="0"/>
        </a:spcBef>
        <a:spcAft>
          <a:spcPct val="0"/>
        </a:spcAft>
        <a:defRPr sz="3000">
          <a:solidFill>
            <a:schemeClr val="tx2"/>
          </a:solidFill>
          <a:latin typeface="Century Schoolbook" pitchFamily="18" charset="0"/>
        </a:defRPr>
      </a:lvl9pPr>
    </p:titleStyle>
    <p:bodyStyle>
      <a:lvl1pPr marL="273050" indent="-273050" algn="l" rtl="0" eaLnBrk="0" fontAlgn="base" hangingPunct="0">
        <a:spcBef>
          <a:spcPts val="600"/>
        </a:spcBef>
        <a:spcAft>
          <a:spcPct val="0"/>
        </a:spcAft>
        <a:buClr>
          <a:schemeClr val="accent1"/>
        </a:buClr>
        <a:buSzPct val="70000"/>
        <a:buFont typeface="Wingdings" pitchFamily="2" charset="2"/>
        <a:buChar char=""/>
        <a:defRPr sz="2400" kern="1200">
          <a:solidFill>
            <a:schemeClr val="tx1"/>
          </a:solidFill>
          <a:latin typeface="+mn-lt"/>
          <a:ea typeface="+mn-ea"/>
          <a:cs typeface="+mn-cs"/>
        </a:defRPr>
      </a:lvl1pPr>
      <a:lvl2pPr marL="639763" indent="-273050" algn="l" rtl="0" eaLnBrk="0" fontAlgn="base" hangingPunct="0">
        <a:spcBef>
          <a:spcPct val="20000"/>
        </a:spcBef>
        <a:spcAft>
          <a:spcPct val="0"/>
        </a:spcAft>
        <a:buClr>
          <a:schemeClr val="accent1"/>
        </a:buClr>
        <a:buSzPct val="80000"/>
        <a:buFont typeface="Wingdings 2" pitchFamily="18" charset="2"/>
        <a:buChar char=""/>
        <a:defRPr sz="2100" kern="1200">
          <a:solidFill>
            <a:schemeClr val="tx1"/>
          </a:solidFill>
          <a:latin typeface="+mn-lt"/>
          <a:ea typeface="+mn-ea"/>
          <a:cs typeface="+mn-cs"/>
        </a:defRPr>
      </a:lvl2pPr>
      <a:lvl3pPr marL="914400" indent="-182563" algn="l" rtl="0" eaLnBrk="0" fontAlgn="base" hangingPunct="0">
        <a:spcBef>
          <a:spcPct val="20000"/>
        </a:spcBef>
        <a:spcAft>
          <a:spcPct val="0"/>
        </a:spcAft>
        <a:buClr>
          <a:srgbClr val="D36F07"/>
        </a:buClr>
        <a:buSzPct val="60000"/>
        <a:buFont typeface="Wingdings" pitchFamily="2" charset="2"/>
        <a:buChar char=""/>
        <a:defRPr kern="1200">
          <a:solidFill>
            <a:schemeClr val="tx1"/>
          </a:solidFill>
          <a:latin typeface="+mn-lt"/>
          <a:ea typeface="+mn-ea"/>
          <a:cs typeface="+mn-cs"/>
        </a:defRPr>
      </a:lvl3pPr>
      <a:lvl4pPr marL="1187450" indent="-182563" algn="l" rtl="0" eaLnBrk="0" fontAlgn="base" hangingPunct="0">
        <a:spcBef>
          <a:spcPct val="20000"/>
        </a:spcBef>
        <a:spcAft>
          <a:spcPct val="0"/>
        </a:spcAft>
        <a:buClr>
          <a:srgbClr val="F6C0AA"/>
        </a:buClr>
        <a:buSzPct val="60000"/>
        <a:buFont typeface="Wingdings" pitchFamily="2" charset="2"/>
        <a:buChar char=""/>
        <a:defRPr kern="1200">
          <a:solidFill>
            <a:schemeClr val="tx1"/>
          </a:solidFill>
          <a:latin typeface="+mn-lt"/>
          <a:ea typeface="+mn-ea"/>
          <a:cs typeface="+mn-cs"/>
        </a:defRPr>
      </a:lvl4pPr>
      <a:lvl5pPr marL="1462088" indent="-182563" algn="l" rtl="0" eaLnBrk="0" fontAlgn="base" hangingPunct="0">
        <a:spcBef>
          <a:spcPct val="20000"/>
        </a:spcBef>
        <a:spcAft>
          <a:spcPct val="0"/>
        </a:spcAft>
        <a:buClr>
          <a:srgbClr val="CDACAE"/>
        </a:buClr>
        <a:buSzPct val="68000"/>
        <a:buFont typeface="Wingdings 2" pitchFamily="18" charset="2"/>
        <a:buChar char=""/>
        <a:defRPr sz="1600" kern="1200">
          <a:solidFill>
            <a:schemeClr val="tx1"/>
          </a:solidFill>
          <a:latin typeface="+mn-lt"/>
          <a:ea typeface="+mn-ea"/>
          <a:cs typeface="+mn-cs"/>
        </a:defRPr>
      </a:lvl5pPr>
      <a:lvl6pPr marL="1737360" indent="-182880" algn="l" rtl="0" eaLnBrk="1" latinLnBrk="0" hangingPunct="1">
        <a:spcBef>
          <a:spcPct val="20000"/>
        </a:spcBef>
        <a:buClr>
          <a:schemeClr val="accent1"/>
        </a:buClr>
        <a:buChar char="•"/>
        <a:defRPr kumimoji="0" sz="1600" kern="1200">
          <a:solidFill>
            <a:schemeClr val="tx2"/>
          </a:solidFill>
          <a:latin typeface="+mn-lt"/>
          <a:ea typeface="+mn-ea"/>
          <a:cs typeface="+mn-cs"/>
        </a:defRPr>
      </a:lvl6pPr>
      <a:lvl7pPr marL="2011680" indent="-182880" algn="l" rtl="0" eaLnBrk="1" latinLnBrk="0" hangingPunct="1">
        <a:spcBef>
          <a:spcPct val="20000"/>
        </a:spcBef>
        <a:buClr>
          <a:schemeClr val="accent1">
            <a:tint val="60000"/>
          </a:schemeClr>
        </a:buClr>
        <a:buSzPct val="60000"/>
        <a:buFont typeface="Wingdings"/>
        <a:buChar char=""/>
        <a:defRPr kumimoji="0" sz="1400" kern="1200" baseline="0">
          <a:solidFill>
            <a:schemeClr val="tx2"/>
          </a:solidFill>
          <a:latin typeface="+mn-lt"/>
          <a:ea typeface="+mn-ea"/>
          <a:cs typeface="+mn-cs"/>
        </a:defRPr>
      </a:lvl7pPr>
      <a:lvl8pPr marL="2286000" indent="-182880" algn="l" rtl="0" eaLnBrk="1" latinLnBrk="0" hangingPunct="1">
        <a:spcBef>
          <a:spcPct val="20000"/>
        </a:spcBef>
        <a:buClr>
          <a:schemeClr val="accent2"/>
        </a:buClr>
        <a:buChar char="•"/>
        <a:defRPr kumimoji="0" sz="1400" kern="1200" cap="small" baseline="0">
          <a:solidFill>
            <a:schemeClr val="tx2"/>
          </a:solidFill>
          <a:latin typeface="+mn-lt"/>
          <a:ea typeface="+mn-ea"/>
          <a:cs typeface="+mn-cs"/>
        </a:defRPr>
      </a:lvl8pPr>
      <a:lvl9pPr marL="2560320" indent="-182880" algn="l" rtl="0" eaLnBrk="1" latinLnBrk="0" hangingPunct="1">
        <a:spcBef>
          <a:spcPct val="20000"/>
        </a:spcBef>
        <a:buClr>
          <a:schemeClr val="accent1">
            <a:shade val="75000"/>
          </a:schemeClr>
        </a:buClr>
        <a:buChar char="•"/>
        <a:defRPr kumimoji="0" sz="1400" kern="1200" baseline="0">
          <a:solidFill>
            <a:schemeClr val="tx2"/>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ijraset.com/best-journal/examination-timetable-generator" TargetMode="External"/><Relationship Id="rId2" Type="http://schemas.openxmlformats.org/officeDocument/2006/relationships/hyperlink" Target="https://personales.upv.es/misagre/papers/jim-survey.pdf" TargetMode="External"/><Relationship Id="rId1" Type="http://schemas.openxmlformats.org/officeDocument/2006/relationships/slideLayout" Target="../slideLayouts/slideLayout2.xml"/><Relationship Id="rId4" Type="http://schemas.openxmlformats.org/officeDocument/2006/relationships/hyperlink" Target="https://www.researchgate.net/profile/Baki-Koyuncu/publication/242611694_STUDENT_TIME_TABLE_BY_USING_GRAPH_COLORING_ALGORITHM/links/5e591bb74585152ce8f64bca/STUDENT-TIME-TABLE-BY-USING-GRAPH-COLORING-ALGORITHM.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2" name="Title 1048591"/>
          <p:cNvSpPr>
            <a:spLocks noGrp="1"/>
          </p:cNvSpPr>
          <p:nvPr>
            <p:ph type="title"/>
          </p:nvPr>
        </p:nvSpPr>
        <p:spPr>
          <a:xfrm>
            <a:off x="228600" y="2209800"/>
            <a:ext cx="8610600" cy="2362200"/>
          </a:xfrm>
          <a:noFill/>
        </p:spPr>
        <p:txBody>
          <a:bodyPr anchor="t">
            <a:normAutofit fontScale="90000"/>
          </a:bodyPr>
          <a:lstStyle/>
          <a:p>
            <a:pPr algn="ctr"/>
            <a:r>
              <a:rPr lang="en-US" sz="3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t>Teegala Krishna Reddy Engineering College</a:t>
            </a:r>
            <a:br>
              <a:rPr lang="en-US" sz="3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br>
            <a:r>
              <a:rPr lang="en-US" sz="1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t> </a:t>
            </a:r>
            <a:br>
              <a:rPr lang="en-US" sz="3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br>
            <a:r>
              <a:rPr lang="en-US" sz="3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t>Project Title:</a:t>
            </a:r>
            <a:br>
              <a:rPr lang="en-US" sz="3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br>
            <a:br>
              <a:rPr lang="en-US" altLang="en-GB" sz="4000" dirty="0">
                <a:solidFill>
                  <a:schemeClr val="tx1"/>
                </a:solidFill>
                <a:latin typeface="Times New Roman" pitchFamily="18" charset="0"/>
                <a:cs typeface="Times New Roman" pitchFamily="18" charset="0"/>
              </a:rPr>
            </a:br>
            <a:r>
              <a:rPr lang="en-US" altLang="en-GB" sz="36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rPr>
              <a:t>Smart Time Table Generator (STTG)</a:t>
            </a:r>
            <a:endParaRPr lang="en-GB" sz="4000" dirty="0">
              <a:solidFill>
                <a:schemeClr val="tx1"/>
              </a:solidFill>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1048593" name="Content Placeholder 1048592"/>
          <p:cNvSpPr>
            <a:spLocks noGrp="1"/>
          </p:cNvSpPr>
          <p:nvPr>
            <p:ph sz="quarter" idx="1"/>
          </p:nvPr>
        </p:nvSpPr>
        <p:spPr>
          <a:xfrm>
            <a:off x="5165393" y="5105400"/>
            <a:ext cx="3597607" cy="1600200"/>
          </a:xfrm>
        </p:spPr>
        <p:txBody>
          <a:bodyPr anchor="t"/>
          <a:lstStyle/>
          <a:p>
            <a:pPr marL="0" indent="0">
              <a:buNone/>
            </a:pPr>
            <a:r>
              <a:rPr lang="en-US" altLang="en-GB" sz="2800" b="1"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t>Presented By: </a:t>
            </a:r>
            <a:endParaRPr lang="en-GB" sz="2800" b="1"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endParaRPr>
          </a:p>
          <a:p>
            <a:pPr marL="0" indent="0">
              <a:buNone/>
            </a:pPr>
            <a:r>
              <a:rPr lang="en-US" alt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t>T. Sai</a:t>
            </a:r>
            <a:r>
              <a:rPr lang="en-GB" alt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t> (24R91A6760)</a:t>
            </a:r>
            <a:br>
              <a:rPr lang="en-GB" alt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br>
            <a:r>
              <a:rPr lang="en-GB" alt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t>S.K. Pasha (24R91A6757)</a:t>
            </a:r>
            <a:br>
              <a:rPr lang="en-GB" alt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br>
            <a:r>
              <a:rPr lang="en-GB" alt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rPr>
              <a:t>N. Savitha (24R91A6743)</a:t>
            </a:r>
            <a:endParaRPr lang="en-GB" sz="1800" dirty="0">
              <a:solidFill>
                <a:srgbClr val="000000"/>
              </a:solidFill>
              <a:effectLst>
                <a:outerShdw blurRad="38100" dist="38100" dir="2700000" algn="tl">
                  <a:srgbClr val="000000">
                    <a:alpha val="43137"/>
                  </a:srgbClr>
                </a:outerShdw>
              </a:effectLst>
              <a:latin typeface="Times New Roman" pitchFamily="18" charset="0"/>
              <a:cs typeface="Times New Roman" pitchFamily="18" charset="0"/>
            </a:endParaRPr>
          </a:p>
        </p:txBody>
      </p:sp>
      <p:pic>
        <p:nvPicPr>
          <p:cNvPr id="4" name="Picture 2" descr="Related image"/>
          <p:cNvPicPr>
            <a:picLocks noChangeAspect="1" noChangeArrowheads="1"/>
          </p:cNvPicPr>
          <p:nvPr/>
        </p:nvPicPr>
        <p:blipFill>
          <a:blip r:embed="rId2" cstate="print"/>
          <a:srcRect/>
          <a:stretch>
            <a:fillRect/>
          </a:stretch>
        </p:blipFill>
        <p:spPr bwMode="auto">
          <a:xfrm>
            <a:off x="3124200" y="381000"/>
            <a:ext cx="2438400" cy="1752599"/>
          </a:xfrm>
          <a:prstGeom prst="rect">
            <a:avLst/>
          </a:prstGeom>
          <a:noFill/>
        </p:spPr>
      </p:pic>
      <p:sp>
        <p:nvSpPr>
          <p:cNvPr id="2" name="TextBox 1">
            <a:extLst>
              <a:ext uri="{FF2B5EF4-FFF2-40B4-BE49-F238E27FC236}">
                <a16:creationId xmlns:a16="http://schemas.microsoft.com/office/drawing/2014/main" id="{CADF9C4D-6CDF-2B33-7C83-3F9A88FC55B0}"/>
              </a:ext>
            </a:extLst>
          </p:cNvPr>
          <p:cNvSpPr txBox="1"/>
          <p:nvPr/>
        </p:nvSpPr>
        <p:spPr>
          <a:xfrm>
            <a:off x="463485" y="5410200"/>
            <a:ext cx="2438400" cy="677108"/>
          </a:xfrm>
          <a:prstGeom prst="rect">
            <a:avLst/>
          </a:prstGeom>
          <a:noFill/>
        </p:spPr>
        <p:txBody>
          <a:bodyPr wrap="square" rtlCol="0">
            <a:spAutoFit/>
          </a:bodyPr>
          <a:lstStyle/>
          <a:p>
            <a:r>
              <a:rPr lang="en-IN" sz="2000" b="1" dirty="0"/>
              <a:t>Guided By:</a:t>
            </a:r>
          </a:p>
          <a:p>
            <a:r>
              <a:rPr lang="en-IN" dirty="0"/>
              <a:t>Dr. P. Jyothi ma’am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048593"/>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Agenda</a:t>
            </a:r>
            <a:endParaRPr lang="en-GB" sz="4000" b="1" dirty="0">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1048595" name="Content Placeholder 1048594"/>
          <p:cNvSpPr>
            <a:spLocks noGrp="1"/>
          </p:cNvSpPr>
          <p:nvPr>
            <p:ph sz="quarter" idx="1"/>
          </p:nvPr>
        </p:nvSpPr>
        <p:spPr>
          <a:xfrm>
            <a:off x="457200" y="1752600"/>
            <a:ext cx="7467600" cy="4712357"/>
          </a:xfrm>
        </p:spPr>
        <p:txBody>
          <a:bodyPr/>
          <a:lstStyle/>
          <a:p>
            <a:pPr algn="just">
              <a:buFont typeface="Arial" pitchFamily="34" charset="0"/>
              <a:buChar char="•"/>
            </a:pPr>
            <a:r>
              <a:rPr lang="en-US" altLang="en-GB" dirty="0">
                <a:latin typeface="Times New Roman" pitchFamily="18" charset="0"/>
                <a:cs typeface="Times New Roman" pitchFamily="18" charset="0"/>
              </a:rPr>
              <a:t>Abstract</a:t>
            </a:r>
          </a:p>
          <a:p>
            <a:pPr algn="just">
              <a:buFont typeface="Arial" pitchFamily="34" charset="0"/>
              <a:buChar char="•"/>
            </a:pPr>
            <a:r>
              <a:rPr lang="en-US" altLang="en-GB" dirty="0">
                <a:latin typeface="Times New Roman" pitchFamily="18" charset="0"/>
                <a:cs typeface="Times New Roman" pitchFamily="18" charset="0"/>
              </a:rPr>
              <a:t>Introduction</a:t>
            </a:r>
            <a:endParaRPr lang="en-GB" dirty="0">
              <a:latin typeface="Times New Roman" pitchFamily="18" charset="0"/>
              <a:cs typeface="Times New Roman" pitchFamily="18" charset="0"/>
            </a:endParaRPr>
          </a:p>
          <a:p>
            <a:pPr algn="just">
              <a:buFont typeface="Arial" pitchFamily="34" charset="0"/>
              <a:buChar char="•"/>
            </a:pPr>
            <a:r>
              <a:rPr lang="en-US" altLang="en-GB" dirty="0">
                <a:latin typeface="Times New Roman" pitchFamily="18" charset="0"/>
                <a:cs typeface="Times New Roman" pitchFamily="18" charset="0"/>
              </a:rPr>
              <a:t>Existing system</a:t>
            </a:r>
            <a:endParaRPr lang="en-GB" dirty="0">
              <a:latin typeface="Times New Roman" pitchFamily="18" charset="0"/>
              <a:cs typeface="Times New Roman" pitchFamily="18" charset="0"/>
            </a:endParaRPr>
          </a:p>
          <a:p>
            <a:pPr algn="just">
              <a:buFont typeface="Arial" pitchFamily="34" charset="0"/>
              <a:buChar char="•"/>
            </a:pPr>
            <a:r>
              <a:rPr lang="en-US" altLang="en-GB" dirty="0">
                <a:latin typeface="Times New Roman" pitchFamily="18" charset="0"/>
                <a:cs typeface="Times New Roman" pitchFamily="18" charset="0"/>
              </a:rPr>
              <a:t>Proposed system</a:t>
            </a:r>
          </a:p>
          <a:p>
            <a:pPr algn="just">
              <a:buFont typeface="Arial" pitchFamily="34" charset="0"/>
              <a:buChar char="•"/>
            </a:pPr>
            <a:r>
              <a:rPr lang="en-US" altLang="en-GB" dirty="0">
                <a:latin typeface="Times New Roman" pitchFamily="18" charset="0"/>
                <a:cs typeface="Times New Roman" pitchFamily="18" charset="0"/>
              </a:rPr>
              <a:t>Workflow</a:t>
            </a:r>
          </a:p>
          <a:p>
            <a:pPr algn="just">
              <a:buFont typeface="Arial" pitchFamily="34" charset="0"/>
              <a:buChar char="•"/>
            </a:pPr>
            <a:r>
              <a:rPr lang="en-US" dirty="0">
                <a:latin typeface="Times New Roman" pitchFamily="18" charset="0"/>
                <a:cs typeface="Times New Roman" pitchFamily="18" charset="0"/>
              </a:rPr>
              <a:t>System Architecture</a:t>
            </a:r>
          </a:p>
          <a:p>
            <a:pPr algn="just">
              <a:buFont typeface="Arial" pitchFamily="34" charset="0"/>
              <a:buChar char="•"/>
            </a:pPr>
            <a:r>
              <a:rPr lang="en-US" dirty="0">
                <a:latin typeface="Times New Roman" pitchFamily="18" charset="0"/>
                <a:cs typeface="Times New Roman" pitchFamily="18" charset="0"/>
              </a:rPr>
              <a:t>UML Diagrams- Class, Use-case, Sequence and Activity diagrams</a:t>
            </a:r>
          </a:p>
          <a:p>
            <a:pPr algn="just">
              <a:buFont typeface="Arial" pitchFamily="34" charset="0"/>
              <a:buChar char="•"/>
            </a:pPr>
            <a:r>
              <a:rPr lang="en-US" dirty="0">
                <a:latin typeface="Times New Roman" pitchFamily="18" charset="0"/>
                <a:cs typeface="Times New Roman" pitchFamily="18" charset="0"/>
              </a:rPr>
              <a:t>Modules</a:t>
            </a:r>
            <a:endParaRPr lang="en-GB" dirty="0">
              <a:latin typeface="Times New Roman" pitchFamily="18" charset="0"/>
              <a:cs typeface="Times New Roman" pitchFamily="18" charset="0"/>
            </a:endParaRPr>
          </a:p>
          <a:p>
            <a:pPr algn="just">
              <a:buFont typeface="Arial" pitchFamily="34" charset="0"/>
              <a:buChar char="•"/>
            </a:pPr>
            <a:r>
              <a:rPr lang="en-US" altLang="en-GB" dirty="0">
                <a:latin typeface="Times New Roman" pitchFamily="18" charset="0"/>
                <a:cs typeface="Times New Roman" pitchFamily="18" charset="0"/>
              </a:rPr>
              <a:t>System requirements</a:t>
            </a:r>
            <a:endParaRPr lang="en-GB" dirty="0">
              <a:latin typeface="Times New Roman" pitchFamily="18" charset="0"/>
              <a:cs typeface="Times New Roman" pitchFamily="18" charset="0"/>
            </a:endParaRPr>
          </a:p>
          <a:p>
            <a:pPr algn="just">
              <a:buFont typeface="Arial" pitchFamily="34" charset="0"/>
              <a:buChar char="•"/>
            </a:pPr>
            <a:r>
              <a:rPr lang="en-US" altLang="en-GB" dirty="0">
                <a:latin typeface="Times New Roman" pitchFamily="18" charset="0"/>
                <a:cs typeface="Times New Roman" pitchFamily="18" charset="0"/>
              </a:rPr>
              <a:t> References</a:t>
            </a:r>
            <a:endParaRPr lang="en-GB" dirty="0">
              <a:latin typeface="Times New Roman" pitchFamily="18" charset="0"/>
              <a:cs typeface="Times New Roman"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Abstract</a:t>
            </a:r>
          </a:p>
        </p:txBody>
      </p:sp>
      <p:sp>
        <p:nvSpPr>
          <p:cNvPr id="1048595" name="Content Placeholder 1"/>
          <p:cNvSpPr>
            <a:spLocks noGrp="1"/>
          </p:cNvSpPr>
          <p:nvPr>
            <p:ph sz="quarter" idx="1"/>
          </p:nvPr>
        </p:nvSpPr>
        <p:spPr>
          <a:xfrm>
            <a:off x="228600" y="1752600"/>
            <a:ext cx="7467600" cy="3047999"/>
          </a:xfrm>
        </p:spPr>
        <p:txBody>
          <a:bodyPr/>
          <a:lstStyle/>
          <a:p>
            <a:pPr>
              <a:buNone/>
            </a:pPr>
            <a:r>
              <a:rPr lang="en-GB" sz="2000" dirty="0">
                <a:latin typeface="Times New Roman" pitchFamily="18" charset="0"/>
                <a:cs typeface="Times New Roman" pitchFamily="18" charset="0"/>
              </a:rPr>
              <a:t>    The Smart Time Table Generator (STTG) addresses the </a:t>
            </a:r>
            <a:r>
              <a:rPr lang="en-GB" sz="2000" dirty="0" err="1">
                <a:latin typeface="Times New Roman" pitchFamily="18" charset="0"/>
                <a:cs typeface="Times New Roman" pitchFamily="18" charset="0"/>
              </a:rPr>
              <a:t>labor-intensive</a:t>
            </a:r>
            <a:r>
              <a:rPr lang="en-GB" sz="2000" dirty="0">
                <a:latin typeface="Times New Roman" pitchFamily="18" charset="0"/>
                <a:cs typeface="Times New Roman" pitchFamily="18" charset="0"/>
              </a:rPr>
              <a:t> and error-prone nature of manual institutional scheduling by providing an automated, deterministic solution. Traditional methods often result in double-booked faculty or rigid workloads. By utilizing a Constraint Satisfaction Problem (CSP) algorithm with backtracking logic, the system systematically explores scheduling parameters to guarantee a collision-free timetable. The platform strictly enforces hard constraints, such as room capacity and double-booking, while optimizing soft constraints like faculty preferences. Beyond initial generation, the STTG features a rules-based smart substitution module that automatically queries the database to identify the best available faculty based on subject expertise and current workload.</a:t>
            </a:r>
          </a:p>
          <a:p>
            <a:pPr>
              <a:buNone/>
            </a:pPr>
            <a:endParaRPr lang="en-US" sz="2000" dirty="0">
              <a:latin typeface="Times New Roman" pitchFamily="18" charset="0"/>
              <a:cs typeface="Times New Roman"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Introduction</a:t>
            </a:r>
          </a:p>
        </p:txBody>
      </p:sp>
      <p:sp>
        <p:nvSpPr>
          <p:cNvPr id="1048595" name="Content Placeholder 1"/>
          <p:cNvSpPr>
            <a:spLocks noGrp="1"/>
          </p:cNvSpPr>
          <p:nvPr>
            <p:ph sz="quarter" idx="1"/>
          </p:nvPr>
        </p:nvSpPr>
        <p:spPr>
          <a:xfrm>
            <a:off x="457200" y="1752600"/>
            <a:ext cx="7467600" cy="4712357"/>
          </a:xfrm>
        </p:spPr>
        <p:txBody>
          <a:bodyPr/>
          <a:lstStyle/>
          <a:p>
            <a:pPr marL="0" indent="0" algn="just">
              <a:buNone/>
            </a:pPr>
            <a:r>
              <a:rPr sz="2000" dirty="0"/>
              <a:t>Traditional timetabling is a cumbersome, manual process that costs institutions valuable time and resources, often leading to scheduling conflicts and faculty burnout. The Smart Time Table Generator (STTG) aims to deliver a collision-free, optimized schedule rapidly using a deterministic Constraint Satisfaction Problem (CSP) algorithm with backtracking logic. By automating these complexities through structured constraints rather than manual guesswork, the system shifts institutional scheduling from reactive management to proactive optimization, significantly reducing administrative overhead and improving overall academic planning efficiency.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Existing System</a:t>
            </a:r>
          </a:p>
        </p:txBody>
      </p:sp>
      <p:sp>
        <p:nvSpPr>
          <p:cNvPr id="1048595" name="Content Placeholder 1"/>
          <p:cNvSpPr>
            <a:spLocks noGrp="1"/>
          </p:cNvSpPr>
          <p:nvPr>
            <p:ph sz="quarter" idx="1"/>
          </p:nvPr>
        </p:nvSpPr>
        <p:spPr>
          <a:xfrm>
            <a:off x="457200" y="1752600"/>
            <a:ext cx="7467600" cy="4712357"/>
          </a:xfrm>
        </p:spPr>
        <p:txBody>
          <a:bodyPr/>
          <a:lstStyle/>
          <a:p>
            <a:pPr marL="0" indent="0" algn="just">
              <a:buNone/>
            </a:pPr>
            <a:r>
              <a:rPr sz="2000" dirty="0"/>
              <a:t>Current institutional scheduling systems rely heavily on manual processes, where administrators spend weeks creating and finalizing timetables that are highly susceptible to human error, often resulting in double-booked rooms, faculty overlaps, and uneven workload distribution. Reshuffling schedules due to unexpected faculty absences is an incredibly difficult and time-consuming task, frequently leaving departments without adequate coverage. These rigid, error-prone methods lead to imbalanced lecture distributions among faculty and provide no systematic mechanism for conflict detection or automated substitution, ultimately causing significant inefficiencies in academic operations.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Proposed System</a:t>
            </a:r>
          </a:p>
        </p:txBody>
      </p:sp>
      <p:sp>
        <p:nvSpPr>
          <p:cNvPr id="1048595" name="Content Placeholder 1"/>
          <p:cNvSpPr>
            <a:spLocks noGrp="1"/>
          </p:cNvSpPr>
          <p:nvPr>
            <p:ph sz="quarter" idx="1"/>
          </p:nvPr>
        </p:nvSpPr>
        <p:spPr>
          <a:xfrm>
            <a:off x="457200" y="1752600"/>
            <a:ext cx="7467600" cy="4712357"/>
          </a:xfrm>
        </p:spPr>
        <p:txBody>
          <a:bodyPr/>
          <a:lstStyle/>
          <a:p>
            <a:pPr marL="0" indent="0" algn="just">
              <a:buNone/>
            </a:pPr>
            <a:r>
              <a:rPr sz="2000" dirty="0"/>
              <a:t>The proposed STTG system provides rapid, automatic schedule generation powered by a CSP algorithm with backtracking, which systematically explores all scheduling parameters to guarantee a collision-free timetable. It instantly flags and prevents any time or resource overlaps before they occur through built-in conflict detection, while a Smart Substitution module automatically identifies substitute teachers by querying the database for availability, subject expertise, and weekly workload balance. The system ensures an equitable distribution of lectures across faculty, supports multi-tenant administration where each admin manages their own isolated data, and maintains a full timetable history with draft and published states for seamless academic scheduling management.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762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Workflow</a:t>
            </a:r>
          </a:p>
        </p:txBody>
      </p:sp>
      <p:pic>
        <p:nvPicPr>
          <p:cNvPr id="1030" name="Picture 6">
            <a:extLst>
              <a:ext uri="{FF2B5EF4-FFF2-40B4-BE49-F238E27FC236}">
                <a16:creationId xmlns:a16="http://schemas.microsoft.com/office/drawing/2014/main" id="{821CA833-D71D-713A-2F4A-21B92B9065C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472833"/>
            <a:ext cx="2209800" cy="62691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System Architecture</a:t>
            </a:r>
          </a:p>
        </p:txBody>
      </p:sp>
      <p:pic>
        <p:nvPicPr>
          <p:cNvPr id="5" name="Picture 4">
            <a:extLst>
              <a:ext uri="{FF2B5EF4-FFF2-40B4-BE49-F238E27FC236}">
                <a16:creationId xmlns:a16="http://schemas.microsoft.com/office/drawing/2014/main" id="{1CCD4AE3-FC41-8A4A-1B82-B30697244D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198" y="1673057"/>
            <a:ext cx="7696202" cy="40168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System Requirements</a:t>
            </a:r>
          </a:p>
        </p:txBody>
      </p:sp>
      <p:sp>
        <p:nvSpPr>
          <p:cNvPr id="1048595" name="Content Placeholder 1"/>
          <p:cNvSpPr>
            <a:spLocks noGrp="1"/>
          </p:cNvSpPr>
          <p:nvPr>
            <p:ph sz="quarter" idx="1"/>
          </p:nvPr>
        </p:nvSpPr>
        <p:spPr>
          <a:xfrm>
            <a:off x="457200" y="1752600"/>
            <a:ext cx="7467600" cy="4712357"/>
          </a:xfrm>
        </p:spPr>
        <p:txBody>
          <a:bodyPr/>
          <a:lstStyle/>
          <a:p>
            <a:pPr algn="just">
              <a:buNone/>
            </a:pPr>
            <a:r>
              <a:rPr lang="en-US" sz="2000" b="1" dirty="0">
                <a:latin typeface="Times New Roman" pitchFamily="18" charset="0"/>
                <a:cs typeface="Times New Roman" pitchFamily="18" charset="0"/>
              </a:rPr>
              <a:t>Software Requirements:</a:t>
            </a:r>
          </a:p>
          <a:p>
            <a:pPr algn="just">
              <a:buFont typeface="Arial" pitchFamily="34" charset="0"/>
              <a:buChar char="•"/>
            </a:pPr>
            <a:r>
              <a:rPr lang="en-US" sz="2000" dirty="0">
                <a:latin typeface="Times New Roman" pitchFamily="18" charset="0"/>
                <a:cs typeface="Times New Roman" pitchFamily="18" charset="0"/>
              </a:rPr>
              <a:t>Frontend Environment: React.js / Node Package Manager (NPM)</a:t>
            </a:r>
          </a:p>
          <a:p>
            <a:pPr algn="just">
              <a:buFont typeface="Arial" pitchFamily="34" charset="0"/>
              <a:buChar char="•"/>
            </a:pPr>
            <a:r>
              <a:rPr lang="en-US" sz="2000" dirty="0">
                <a:latin typeface="Times New Roman" pitchFamily="18" charset="0"/>
                <a:cs typeface="Times New Roman" pitchFamily="18" charset="0"/>
              </a:rPr>
              <a:t>Backend Environment: Python 3.x</a:t>
            </a:r>
          </a:p>
          <a:p>
            <a:pPr algn="just">
              <a:buFont typeface="Arial" pitchFamily="34" charset="0"/>
              <a:buChar char="•"/>
            </a:pPr>
            <a:r>
              <a:rPr lang="en-US" sz="2000" dirty="0">
                <a:latin typeface="Times New Roman" pitchFamily="18" charset="0"/>
                <a:cs typeface="Times New Roman" pitchFamily="18" charset="0"/>
              </a:rPr>
              <a:t>Database: PostgreSQL</a:t>
            </a:r>
          </a:p>
          <a:p>
            <a:pPr algn="just">
              <a:buFont typeface="Arial" pitchFamily="34" charset="0"/>
              <a:buChar char="•"/>
            </a:pPr>
            <a:r>
              <a:rPr lang="en-US" sz="2000" dirty="0">
                <a:latin typeface="Times New Roman" pitchFamily="18" charset="0"/>
                <a:cs typeface="Times New Roman" pitchFamily="18" charset="0"/>
              </a:rPr>
              <a:t>IDE: VS Code or PyCharm</a:t>
            </a:r>
          </a:p>
          <a:p>
            <a:pPr algn="just">
              <a:buNone/>
            </a:pPr>
            <a:endParaRPr lang="en-US" sz="2000" dirty="0">
              <a:latin typeface="Times New Roman" pitchFamily="18" charset="0"/>
              <a:cs typeface="Times New Roman" pitchFamily="18" charset="0"/>
            </a:endParaRPr>
          </a:p>
          <a:p>
            <a:pPr algn="just">
              <a:buNone/>
            </a:pPr>
            <a:r>
              <a:rPr lang="en-US" sz="2000" b="1" dirty="0">
                <a:latin typeface="Times New Roman" pitchFamily="18" charset="0"/>
                <a:cs typeface="Times New Roman" pitchFamily="18" charset="0"/>
              </a:rPr>
              <a:t>Hardware Requirements (Minimum):</a:t>
            </a:r>
          </a:p>
          <a:p>
            <a:pPr algn="just">
              <a:buFont typeface="Arial" pitchFamily="34" charset="0"/>
              <a:buChar char="•"/>
            </a:pPr>
            <a:r>
              <a:rPr lang="en-US" sz="2000" dirty="0">
                <a:latin typeface="Times New Roman" pitchFamily="18" charset="0"/>
                <a:cs typeface="Times New Roman" pitchFamily="18" charset="0"/>
              </a:rPr>
              <a:t>Processor: Intel Core i3 / AMD Ryzen 3 or equivalent</a:t>
            </a:r>
          </a:p>
          <a:p>
            <a:pPr algn="just">
              <a:buFont typeface="Arial" pitchFamily="34" charset="0"/>
              <a:buChar char="•"/>
            </a:pPr>
            <a:r>
              <a:rPr lang="en-US" sz="2000" dirty="0">
                <a:latin typeface="Times New Roman" pitchFamily="18" charset="0"/>
                <a:cs typeface="Times New Roman" pitchFamily="18" charset="0"/>
              </a:rPr>
              <a:t>RAM: 8 GB</a:t>
            </a:r>
          </a:p>
          <a:p>
            <a:pPr algn="just">
              <a:buFont typeface="Arial" pitchFamily="34" charset="0"/>
              <a:buChar char="•"/>
            </a:pPr>
            <a:r>
              <a:rPr lang="en-US" sz="2000" dirty="0">
                <a:latin typeface="Times New Roman" pitchFamily="18" charset="0"/>
                <a:cs typeface="Times New Roman" pitchFamily="18" charset="0"/>
              </a:rPr>
              <a:t>Storage: 256 GB SSD</a:t>
            </a:r>
          </a:p>
          <a:p>
            <a:pPr algn="just">
              <a:buFont typeface="Arial" pitchFamily="34" charset="0"/>
              <a:buChar char="•"/>
            </a:pPr>
            <a:r>
              <a:rPr lang="en-US" sz="2000" dirty="0">
                <a:latin typeface="Times New Roman" pitchFamily="18" charset="0"/>
                <a:cs typeface="Times New Roman" pitchFamily="18" charset="0"/>
              </a:rPr>
              <a:t>Internet: Stable connection for cloud integration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6FC64-B425-7C15-529F-85C808CFA0E9}"/>
              </a:ext>
            </a:extLst>
          </p:cNvPr>
          <p:cNvSpPr>
            <a:spLocks noGrp="1"/>
          </p:cNvSpPr>
          <p:nvPr>
            <p:ph type="title"/>
          </p:nvPr>
        </p:nvSpPr>
        <p:spPr/>
        <p:txBody>
          <a:bodyPr/>
          <a:lstStyle/>
          <a:p>
            <a:r>
              <a:rPr lang="en-IN" b="1" dirty="0"/>
              <a:t>UML Diagrams –Use Case</a:t>
            </a:r>
          </a:p>
        </p:txBody>
      </p:sp>
      <p:pic>
        <p:nvPicPr>
          <p:cNvPr id="5" name="Graphic 4">
            <a:extLst>
              <a:ext uri="{FF2B5EF4-FFF2-40B4-BE49-F238E27FC236}">
                <a16:creationId xmlns:a16="http://schemas.microsoft.com/office/drawing/2014/main" id="{5CBBA39F-E119-8FBE-D2FB-F8B0E2BFA2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00200" y="1600200"/>
            <a:ext cx="4686300" cy="4686300"/>
          </a:xfrm>
          <a:prstGeom prst="rect">
            <a:avLst/>
          </a:prstGeom>
        </p:spPr>
      </p:pic>
    </p:spTree>
    <p:extLst>
      <p:ext uri="{BB962C8B-B14F-4D97-AF65-F5344CB8AC3E}">
        <p14:creationId xmlns:p14="http://schemas.microsoft.com/office/powerpoint/2010/main" val="31759745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94478-A818-980D-CA1E-1C295355E2C7}"/>
              </a:ext>
            </a:extLst>
          </p:cNvPr>
          <p:cNvSpPr>
            <a:spLocks noGrp="1"/>
          </p:cNvSpPr>
          <p:nvPr>
            <p:ph type="title"/>
          </p:nvPr>
        </p:nvSpPr>
        <p:spPr/>
        <p:txBody>
          <a:bodyPr/>
          <a:lstStyle/>
          <a:p>
            <a:r>
              <a:rPr lang="en-IN" b="1" dirty="0"/>
              <a:t>UML Diagram - Sequence</a:t>
            </a:r>
          </a:p>
        </p:txBody>
      </p:sp>
      <p:pic>
        <p:nvPicPr>
          <p:cNvPr id="4" name="Picture 3">
            <a:extLst>
              <a:ext uri="{FF2B5EF4-FFF2-40B4-BE49-F238E27FC236}">
                <a16:creationId xmlns:a16="http://schemas.microsoft.com/office/drawing/2014/main" id="{8EEA0159-DFB7-3BAF-3A5D-612AE7BB2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1553343"/>
            <a:ext cx="4027884" cy="5054600"/>
          </a:xfrm>
          <a:prstGeom prst="rect">
            <a:avLst/>
          </a:prstGeom>
        </p:spPr>
      </p:pic>
    </p:spTree>
    <p:extLst>
      <p:ext uri="{BB962C8B-B14F-4D97-AF65-F5344CB8AC3E}">
        <p14:creationId xmlns:p14="http://schemas.microsoft.com/office/powerpoint/2010/main" val="3023845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E7D0C-1887-B2D7-F9EC-3AF822C5EBC4}"/>
              </a:ext>
            </a:extLst>
          </p:cNvPr>
          <p:cNvSpPr>
            <a:spLocks noGrp="1"/>
          </p:cNvSpPr>
          <p:nvPr>
            <p:ph type="title"/>
          </p:nvPr>
        </p:nvSpPr>
        <p:spPr/>
        <p:txBody>
          <a:bodyPr/>
          <a:lstStyle/>
          <a:p>
            <a:r>
              <a:rPr lang="en-IN" b="1" dirty="0"/>
              <a:t>UML Diagram - Activity</a:t>
            </a:r>
          </a:p>
        </p:txBody>
      </p:sp>
      <p:pic>
        <p:nvPicPr>
          <p:cNvPr id="5" name="Picture 4">
            <a:extLst>
              <a:ext uri="{FF2B5EF4-FFF2-40B4-BE49-F238E27FC236}">
                <a16:creationId xmlns:a16="http://schemas.microsoft.com/office/drawing/2014/main" id="{5018D7DF-8B08-FFA4-624F-27C72B1F8A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82290" y="1716666"/>
            <a:ext cx="2579420" cy="4866696"/>
          </a:xfrm>
          <a:prstGeom prst="rect">
            <a:avLst/>
          </a:prstGeom>
        </p:spPr>
      </p:pic>
    </p:spTree>
    <p:extLst>
      <p:ext uri="{BB962C8B-B14F-4D97-AF65-F5344CB8AC3E}">
        <p14:creationId xmlns:p14="http://schemas.microsoft.com/office/powerpoint/2010/main" val="2749008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32121-B06B-D2FB-90D0-AC49059375C6}"/>
              </a:ext>
            </a:extLst>
          </p:cNvPr>
          <p:cNvSpPr>
            <a:spLocks noGrp="1"/>
          </p:cNvSpPr>
          <p:nvPr>
            <p:ph type="title"/>
          </p:nvPr>
        </p:nvSpPr>
        <p:spPr/>
        <p:txBody>
          <a:bodyPr/>
          <a:lstStyle/>
          <a:p>
            <a:r>
              <a:rPr lang="en-IN" b="1" dirty="0"/>
              <a:t>UML Diagram – Class Diagram</a:t>
            </a:r>
          </a:p>
        </p:txBody>
      </p:sp>
      <p:pic>
        <p:nvPicPr>
          <p:cNvPr id="5" name="Picture 4">
            <a:extLst>
              <a:ext uri="{FF2B5EF4-FFF2-40B4-BE49-F238E27FC236}">
                <a16:creationId xmlns:a16="http://schemas.microsoft.com/office/drawing/2014/main" id="{438995E8-94F9-1937-6E7E-85C3C7466EC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47800" y="1412722"/>
            <a:ext cx="5181600" cy="5048486"/>
          </a:xfrm>
          <a:prstGeom prst="rect">
            <a:avLst/>
          </a:prstGeom>
        </p:spPr>
      </p:pic>
    </p:spTree>
    <p:extLst>
      <p:ext uri="{BB962C8B-B14F-4D97-AF65-F5344CB8AC3E}">
        <p14:creationId xmlns:p14="http://schemas.microsoft.com/office/powerpoint/2010/main" val="988301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D3523-6D10-D33F-D36E-8DA34E8FD1A7}"/>
              </a:ext>
            </a:extLst>
          </p:cNvPr>
          <p:cNvSpPr>
            <a:spLocks noGrp="1"/>
          </p:cNvSpPr>
          <p:nvPr>
            <p:ph type="title"/>
          </p:nvPr>
        </p:nvSpPr>
        <p:spPr/>
        <p:txBody>
          <a:bodyPr/>
          <a:lstStyle/>
          <a:p>
            <a:r>
              <a:rPr lang="en-IN" dirty="0"/>
              <a:t>Modules</a:t>
            </a:r>
          </a:p>
        </p:txBody>
      </p:sp>
      <p:sp>
        <p:nvSpPr>
          <p:cNvPr id="3" name="Content Placeholder 2">
            <a:extLst>
              <a:ext uri="{FF2B5EF4-FFF2-40B4-BE49-F238E27FC236}">
                <a16:creationId xmlns:a16="http://schemas.microsoft.com/office/drawing/2014/main" id="{FD83050A-A250-FF04-6BD2-60085E29F265}"/>
              </a:ext>
            </a:extLst>
          </p:cNvPr>
          <p:cNvSpPr>
            <a:spLocks noGrp="1"/>
          </p:cNvSpPr>
          <p:nvPr>
            <p:ph sz="quarter" idx="1"/>
          </p:nvPr>
        </p:nvSpPr>
        <p:spPr/>
        <p:txBody>
          <a:bodyPr/>
          <a:lstStyle/>
          <a:p>
            <a:pPr>
              <a:defRPr sz="2200"/>
            </a:pPr>
            <a:r>
              <a:rPr lang="en-GB" dirty="0"/>
              <a:t>Data Management: Subjects, Faculty, Departments.</a:t>
            </a:r>
          </a:p>
          <a:p>
            <a:pPr>
              <a:defRPr sz="2200"/>
            </a:pPr>
            <a:r>
              <a:rPr lang="en-GB" dirty="0"/>
              <a:t>Constraints Engine: Hard/Soft rule enforcement.</a:t>
            </a:r>
          </a:p>
          <a:p>
            <a:pPr>
              <a:defRPr sz="2200"/>
            </a:pPr>
            <a:r>
              <a:rPr lang="en-GB" dirty="0"/>
              <a:t>Generation: CSP-based optimization.</a:t>
            </a:r>
          </a:p>
          <a:p>
            <a:pPr>
              <a:defRPr sz="2200"/>
            </a:pPr>
            <a:r>
              <a:rPr lang="en-GB" dirty="0"/>
              <a:t>Smart Substitution: Backup faculty mapping.</a:t>
            </a:r>
          </a:p>
        </p:txBody>
      </p:sp>
    </p:spTree>
    <p:extLst>
      <p:ext uri="{BB962C8B-B14F-4D97-AF65-F5344CB8AC3E}">
        <p14:creationId xmlns:p14="http://schemas.microsoft.com/office/powerpoint/2010/main" val="409018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1"/>
          <p:cNvSpPr>
            <a:spLocks noGrp="1"/>
          </p:cNvSpPr>
          <p:nvPr>
            <p:ph type="title"/>
          </p:nvPr>
        </p:nvSpPr>
        <p:spPr>
          <a:xfrm>
            <a:off x="457198" y="304800"/>
            <a:ext cx="7467600" cy="1143000"/>
          </a:xfrm>
        </p:spPr>
        <p:txBody>
          <a:bodyPr>
            <a:normAutofit/>
          </a:bodyPr>
          <a:lstStyle/>
          <a:p>
            <a:r>
              <a:rPr lang="en-US" sz="4000" b="1" dirty="0">
                <a:effectLst>
                  <a:outerShdw blurRad="38100" dist="38100" dir="2700000" algn="tl">
                    <a:srgbClr val="000000">
                      <a:alpha val="43137"/>
                    </a:srgbClr>
                  </a:outerShdw>
                </a:effectLst>
                <a:latin typeface="Times New Roman" pitchFamily="18" charset="0"/>
                <a:cs typeface="Times New Roman" pitchFamily="18" charset="0"/>
              </a:rPr>
              <a:t>References</a:t>
            </a:r>
          </a:p>
        </p:txBody>
      </p:sp>
      <p:sp>
        <p:nvSpPr>
          <p:cNvPr id="1048595" name="Content Placeholder 1"/>
          <p:cNvSpPr>
            <a:spLocks noGrp="1"/>
          </p:cNvSpPr>
          <p:nvPr>
            <p:ph sz="quarter" idx="1"/>
          </p:nvPr>
        </p:nvSpPr>
        <p:spPr>
          <a:xfrm>
            <a:off x="457200" y="1752600"/>
            <a:ext cx="7467600" cy="4712357"/>
          </a:xfrm>
        </p:spPr>
        <p:txBody>
          <a:bodyPr/>
          <a:lstStyle/>
          <a:p>
            <a:pPr algn="just">
              <a:buNone/>
            </a:pPr>
            <a:r>
              <a:rPr lang="en-US" sz="2000" dirty="0">
                <a:latin typeface="Times New Roman" pitchFamily="18" charset="0"/>
                <a:cs typeface="Times New Roman" pitchFamily="18" charset="0"/>
              </a:rPr>
              <a:t>1.  Constraint Processing and Backtracking Search algorithms in modern scheduling. </a:t>
            </a:r>
            <a:r>
              <a:rPr lang="en-US" sz="2000" dirty="0">
                <a:latin typeface="Times New Roman" pitchFamily="18" charset="0"/>
                <a:cs typeface="Times New Roman" pitchFamily="18" charset="0"/>
                <a:hlinkClick r:id="rId2"/>
              </a:rPr>
              <a:t>https://personales.upv.es/misagre/papers/jim-survey.pdf</a:t>
            </a:r>
            <a:endParaRPr lang="en-US" sz="2000" dirty="0">
              <a:latin typeface="Times New Roman" pitchFamily="18" charset="0"/>
              <a:cs typeface="Times New Roman" pitchFamily="18" charset="0"/>
            </a:endParaRPr>
          </a:p>
          <a:p>
            <a:pPr algn="just">
              <a:buNone/>
            </a:pPr>
            <a:endParaRPr lang="en-US" sz="2000" dirty="0">
              <a:latin typeface="Times New Roman" pitchFamily="18" charset="0"/>
              <a:cs typeface="Times New Roman" pitchFamily="18" charset="0"/>
            </a:endParaRPr>
          </a:p>
          <a:p>
            <a:pPr algn="just">
              <a:buNone/>
            </a:pPr>
            <a:r>
              <a:rPr lang="en-US" sz="2000" dirty="0">
                <a:latin typeface="Times New Roman" pitchFamily="18" charset="0"/>
                <a:cs typeface="Times New Roman" pitchFamily="18" charset="0"/>
              </a:rPr>
              <a:t>2.  Relational Database Design for Academic Timetabling Systems. </a:t>
            </a:r>
            <a:r>
              <a:rPr lang="en-US" sz="2000" dirty="0">
                <a:latin typeface="Times New Roman" pitchFamily="18" charset="0"/>
                <a:cs typeface="Times New Roman" pitchFamily="18" charset="0"/>
                <a:hlinkClick r:id="rId3"/>
              </a:rPr>
              <a:t>https://www.ijraset.com/best-journal/examination-timetable-generator</a:t>
            </a:r>
            <a:endParaRPr lang="en-US" sz="2000" dirty="0">
              <a:latin typeface="Times New Roman" pitchFamily="18" charset="0"/>
              <a:cs typeface="Times New Roman" pitchFamily="18" charset="0"/>
            </a:endParaRPr>
          </a:p>
          <a:p>
            <a:pPr algn="just">
              <a:buNone/>
            </a:pPr>
            <a:endParaRPr lang="en-US" sz="2000" dirty="0">
              <a:latin typeface="Times New Roman" pitchFamily="18" charset="0"/>
              <a:cs typeface="Times New Roman" pitchFamily="18" charset="0"/>
            </a:endParaRPr>
          </a:p>
          <a:p>
            <a:pPr algn="just">
              <a:buNone/>
            </a:pPr>
            <a:r>
              <a:rPr lang="en-US" sz="2000" dirty="0">
                <a:latin typeface="Times New Roman" pitchFamily="18" charset="0"/>
                <a:cs typeface="Times New Roman" pitchFamily="18" charset="0"/>
              </a:rPr>
              <a:t>3.  Graph Coloring and its Applications to Timetable Generation. </a:t>
            </a:r>
            <a:r>
              <a:rPr lang="en-US" sz="2000" dirty="0">
                <a:latin typeface="Times New Roman" pitchFamily="18" charset="0"/>
                <a:cs typeface="Times New Roman" pitchFamily="18" charset="0"/>
                <a:hlinkClick r:id="rId4"/>
              </a:rPr>
              <a:t>https://www.researchgate.net/profile/Baki-Koyuncu/publication/242611694_STUDENT_TIME_TABLE_BY_USING_GRAPH_COLORING_ALGORITHM/links/5e591bb74585152ce8f64bca/STUDENT-TIME-TABLE-BY-USING-GRAPH-COLORING-ALGORITHM.pdf</a:t>
            </a:r>
            <a:endParaRPr lang="en-US" sz="2000" dirty="0">
              <a:latin typeface="Times New Roman" pitchFamily="18" charset="0"/>
              <a:cs typeface="Times New Roman"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DB785-852F-8264-78DE-84D6908AF7E5}"/>
              </a:ext>
            </a:extLst>
          </p:cNvPr>
          <p:cNvSpPr>
            <a:spLocks noGrp="1"/>
          </p:cNvSpPr>
          <p:nvPr>
            <p:ph type="title"/>
          </p:nvPr>
        </p:nvSpPr>
        <p:spPr/>
        <p:txBody>
          <a:bodyPr/>
          <a:lstStyle/>
          <a:p>
            <a:r>
              <a:rPr lang="en-IN" b="1" dirty="0"/>
              <a:t>Conclusion</a:t>
            </a:r>
          </a:p>
        </p:txBody>
      </p:sp>
      <p:sp>
        <p:nvSpPr>
          <p:cNvPr id="3" name="Content Placeholder 2">
            <a:extLst>
              <a:ext uri="{FF2B5EF4-FFF2-40B4-BE49-F238E27FC236}">
                <a16:creationId xmlns:a16="http://schemas.microsoft.com/office/drawing/2014/main" id="{22CBD957-49AF-4E47-0F91-8809A037ACC8}"/>
              </a:ext>
            </a:extLst>
          </p:cNvPr>
          <p:cNvSpPr>
            <a:spLocks noGrp="1"/>
          </p:cNvSpPr>
          <p:nvPr>
            <p:ph sz="quarter" idx="1"/>
          </p:nvPr>
        </p:nvSpPr>
        <p:spPr/>
        <p:txBody>
          <a:bodyPr/>
          <a:lstStyle/>
          <a:p>
            <a:pPr marL="0" indent="0">
              <a:buNone/>
            </a:pPr>
            <a:r>
              <a:rPr lang="en-GB" sz="2000" dirty="0"/>
              <a:t>In conclusion, the Smart Time Table Generator (STTG) successfully addresses the complex, time-consuming challenge of academic scheduling by transforming a manual, error-prone process into an automated, highly efficient system. By leveraging advanced optimization algorithms alongside a robust, modern technology stack, STTG delivers a scalable, multi-tenant platform that guarantees clash-free timetables, seamlessly handles dynamic constraints, and intelligently manages faculty substitutions. Ultimately, STTG empowers educational institutions to minimize administrative overhead, optimize resource allocation, and ensure a smooth, uninterrupted academic experience for both faculty and students.</a:t>
            </a:r>
            <a:endParaRPr lang="en-IN" sz="2000" dirty="0"/>
          </a:p>
        </p:txBody>
      </p:sp>
    </p:spTree>
    <p:extLst>
      <p:ext uri="{BB962C8B-B14F-4D97-AF65-F5344CB8AC3E}">
        <p14:creationId xmlns:p14="http://schemas.microsoft.com/office/powerpoint/2010/main" val="260688121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el">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riel">
      <a:majorFont>
        <a:latin typeface="Century Schoolbook"/>
        <a:ea typeface=""/>
        <a:cs typeface=""/>
        <a:font script="Jpan" typeface="ＭＳ Ｐ明朝"/>
        <a:font script="Hang" typeface="휴먼매직체"/>
        <a:font script="Hans" typeface="华文楷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entury Schoolbook"/>
        <a:ea typeface=""/>
        <a:cs typeface=""/>
        <a:font script="Jpan" typeface="ＭＳ Ｐ明朝"/>
        <a:font script="Hang" typeface="휴먼매직체"/>
        <a:font script="Hans" typeface="宋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riel">
      <a:fillStyleLst>
        <a:solidFill>
          <a:schemeClr val="phClr"/>
        </a:solidFill>
        <a:gradFill rotWithShape="1">
          <a:gsLst>
            <a:gs pos="0">
              <a:schemeClr val="phClr">
                <a:tint val="35000"/>
                <a:satMod val="260000"/>
              </a:schemeClr>
            </a:gs>
            <a:gs pos="30000">
              <a:schemeClr val="phClr">
                <a:tint val="38000"/>
                <a:satMod val="260000"/>
              </a:schemeClr>
            </a:gs>
            <a:gs pos="75000">
              <a:schemeClr val="phClr">
                <a:tint val="55000"/>
                <a:satMod val="255000"/>
              </a:schemeClr>
            </a:gs>
            <a:gs pos="100000">
              <a:schemeClr val="phClr">
                <a:tint val="70000"/>
                <a:satMod val="255000"/>
              </a:schemeClr>
            </a:gs>
          </a:gsLst>
          <a:path path="circle">
            <a:fillToRect l="5000" t="100000" r="120000" b="10000"/>
          </a:path>
        </a:gradFill>
        <a:gradFill rotWithShape="1">
          <a:gsLst>
            <a:gs pos="0">
              <a:schemeClr val="phClr">
                <a:shade val="63000"/>
                <a:satMod val="165000"/>
              </a:schemeClr>
            </a:gs>
            <a:gs pos="30000">
              <a:schemeClr val="phClr">
                <a:shade val="58000"/>
                <a:satMod val="165000"/>
              </a:schemeClr>
            </a:gs>
            <a:gs pos="75000">
              <a:schemeClr val="phClr">
                <a:shade val="30000"/>
                <a:satMod val="175000"/>
              </a:schemeClr>
            </a:gs>
            <a:gs pos="100000">
              <a:schemeClr val="phClr">
                <a:shade val="15000"/>
                <a:satMod val="175000"/>
              </a:schemeClr>
            </a:gs>
          </a:gsLst>
          <a:path path="circle">
            <a:fillToRect l="5000" t="100000" r="120000" b="10000"/>
          </a:path>
        </a:gradFill>
      </a:fillStyleLst>
      <a:lnStyleLst>
        <a:ln w="12700" cap="flat" cmpd="sng" algn="ctr">
          <a:solidFill>
            <a:schemeClr val="phClr">
              <a:shade val="70000"/>
              <a:satMod val="150000"/>
            </a:schemeClr>
          </a:solidFill>
          <a:prstDash val="solid"/>
        </a:ln>
        <a:ln w="25400" cap="flat" cmpd="sng" algn="ctr">
          <a:solidFill>
            <a:schemeClr val="phClr"/>
          </a:solidFill>
          <a:prstDash val="solid"/>
        </a:ln>
        <a:ln w="34925" cap="flat" cmpd="sng" algn="ctr">
          <a:solidFill>
            <a:schemeClr val="phClr"/>
          </a:solidFill>
          <a:prstDash val="solid"/>
        </a:ln>
      </a:lnStyleLst>
      <a:effectStyleLst>
        <a:effectStyle>
          <a:effectLst>
            <a:outerShdw blurRad="50800" dist="25000" dir="5400000" rotWithShape="0">
              <a:srgbClr val="000000">
                <a:alpha val="40000"/>
              </a:srgbClr>
            </a:outerShdw>
          </a:effectLst>
        </a:effectStyle>
        <a:effectStyle>
          <a:effectLst>
            <a:outerShdw blurRad="50800" dist="20000" dir="5400000" rotWithShape="0">
              <a:srgbClr val="000000">
                <a:alpha val="42000"/>
              </a:srgbClr>
            </a:outerShdw>
          </a:effectLst>
        </a:effectStyle>
        <a:effectStyle>
          <a:effectLst>
            <a:outerShdw blurRad="50800" dist="20000" dir="5400000" rotWithShape="0">
              <a:srgbClr val="000000">
                <a:alpha val="42000"/>
              </a:srgbClr>
            </a:outerShdw>
          </a:effectLst>
          <a:scene3d>
            <a:camera prst="orthographicFront">
              <a:rot lat="0" lon="0" rev="0"/>
            </a:camera>
            <a:lightRig rig="balanced" dir="t">
              <a:rot lat="0" lon="0" rev="0"/>
            </a:lightRig>
          </a:scene3d>
          <a:sp3d>
            <a:bevelT w="47625" h="69850"/>
            <a:contourClr>
              <a:schemeClr val="lt1"/>
            </a:contourClr>
          </a:sp3d>
        </a:effectStyle>
      </a:effectStyleLst>
      <a:bgFillStyleLst>
        <a:solidFill>
          <a:schemeClr val="phClr"/>
        </a:solidFill>
        <a:gradFill rotWithShape="1">
          <a:gsLst>
            <a:gs pos="0">
              <a:schemeClr val="phClr">
                <a:shade val="58000"/>
                <a:satMod val="125000"/>
              </a:schemeClr>
            </a:gs>
            <a:gs pos="40000">
              <a:schemeClr val="phClr">
                <a:tint val="90000"/>
                <a:shade val="90000"/>
                <a:satMod val="120000"/>
              </a:schemeClr>
            </a:gs>
            <a:gs pos="100000">
              <a:schemeClr val="phClr">
                <a:tint val="50000"/>
              </a:schemeClr>
            </a:gs>
          </a:gsLst>
          <a:lin ang="16200000" scaled="1"/>
        </a:gradFill>
        <a:blipFill>
          <a:blip xmlns:r="http://schemas.openxmlformats.org/officeDocument/2006/relationships" r:embed="rId1">
            <a:duotone>
              <a:schemeClr val="phClr">
                <a:shade val="80000"/>
              </a:schemeClr>
              <a:schemeClr val="phClr">
                <a:tint val="91000"/>
              </a:schemeClr>
            </a:duotone>
          </a:blip>
          <a:tile tx="0" ty="0" sx="40000" sy="50000" flip="y"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themeOverride>
</file>

<file path=docProps/app.xml><?xml version="1.0" encoding="utf-8"?>
<Properties xmlns="http://schemas.openxmlformats.org/officeDocument/2006/extended-properties" xmlns:vt="http://schemas.openxmlformats.org/officeDocument/2006/docPropsVTypes">
  <TotalTime>410</TotalTime>
  <Words>818</Words>
  <Application>Microsoft Office PowerPoint</Application>
  <PresentationFormat>On-screen Show (4:3)</PresentationFormat>
  <Paragraphs>55</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Century Schoolbook</vt:lpstr>
      <vt:lpstr>Times New Roman</vt:lpstr>
      <vt:lpstr>Verdana</vt:lpstr>
      <vt:lpstr>Wingdings</vt:lpstr>
      <vt:lpstr>Wingdings 2</vt:lpstr>
      <vt:lpstr>Oriel</vt:lpstr>
      <vt:lpstr>Teegala Krishna Reddy Engineering College   Project Title:  Smart Time Table Generator (STTG)</vt:lpstr>
      <vt:lpstr>Agenda</vt:lpstr>
      <vt:lpstr>Abstract</vt:lpstr>
      <vt:lpstr>Introduction</vt:lpstr>
      <vt:lpstr>Existing System</vt:lpstr>
      <vt:lpstr>Proposed System</vt:lpstr>
      <vt:lpstr>Workflow</vt:lpstr>
      <vt:lpstr>System Architecture</vt:lpstr>
      <vt:lpstr>System Requirements</vt:lpstr>
      <vt:lpstr>UML Diagrams –Use Case</vt:lpstr>
      <vt:lpstr>UML Diagram - Sequence</vt:lpstr>
      <vt:lpstr>UML Diagram - Activity</vt:lpstr>
      <vt:lpstr>UML Diagram – Class Diagram</vt:lpstr>
      <vt:lpstr>Modules</vt:lpstr>
      <vt:lpstr>References</vt:lpstr>
      <vt:lpstr>Conclusion</vt:lpstr>
    </vt:vector>
  </TitlesOfParts>
  <Company>Tata Consultancy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blue_brain2</dc:title>
  <dc:creator>www.egtoget.org</dc:creator>
  <cp:lastModifiedBy>Sai Tanuku</cp:lastModifiedBy>
  <cp:revision>30</cp:revision>
  <dcterms:created xsi:type="dcterms:W3CDTF">2008-01-09T18:33:21Z</dcterms:created>
  <dcterms:modified xsi:type="dcterms:W3CDTF">2026-04-22T18:19:03Z</dcterms:modified>
</cp:coreProperties>
</file>