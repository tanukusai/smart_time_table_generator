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 id="271" r:id="rId14"/>
    <p:sldId id="270" r:id="rId15"/>
    <p:sldId id="266" r:id="rId16"/>
    <p:sldId id="272" r:id="rId17"/>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Verdana" pitchFamily="34" charset="0"/>
        <a:ea typeface="+mn-ea"/>
        <a:cs typeface="+mn-cs"/>
      </a:defRPr>
    </a:lvl1pPr>
    <a:lvl2pPr marL="457200" algn="ctr" rtl="0" eaLnBrk="0" fontAlgn="base" hangingPunct="0">
      <a:spcBef>
        <a:spcPct val="0"/>
      </a:spcBef>
      <a:spcAft>
        <a:spcPct val="0"/>
      </a:spcAft>
      <a:defRPr kern="1200">
        <a:solidFill>
          <a:schemeClr val="tx1"/>
        </a:solidFill>
        <a:latin typeface="Verdana" pitchFamily="34" charset="0"/>
        <a:ea typeface="+mn-ea"/>
        <a:cs typeface="+mn-cs"/>
      </a:defRPr>
    </a:lvl2pPr>
    <a:lvl3pPr marL="914400" algn="ctr" rtl="0" eaLnBrk="0" fontAlgn="base" hangingPunct="0">
      <a:spcBef>
        <a:spcPct val="0"/>
      </a:spcBef>
      <a:spcAft>
        <a:spcPct val="0"/>
      </a:spcAft>
      <a:defRPr kern="1200">
        <a:solidFill>
          <a:schemeClr val="tx1"/>
        </a:solidFill>
        <a:latin typeface="Verdana" pitchFamily="34" charset="0"/>
        <a:ea typeface="+mn-ea"/>
        <a:cs typeface="+mn-cs"/>
      </a:defRPr>
    </a:lvl3pPr>
    <a:lvl4pPr marL="1371600" algn="ctr" rtl="0" eaLnBrk="0" fontAlgn="base" hangingPunct="0">
      <a:spcBef>
        <a:spcPct val="0"/>
      </a:spcBef>
      <a:spcAft>
        <a:spcPct val="0"/>
      </a:spcAft>
      <a:defRPr kern="1200">
        <a:solidFill>
          <a:schemeClr val="tx1"/>
        </a:solidFill>
        <a:latin typeface="Verdana" pitchFamily="34" charset="0"/>
        <a:ea typeface="+mn-ea"/>
        <a:cs typeface="+mn-cs"/>
      </a:defRPr>
    </a:lvl4pPr>
    <a:lvl5pPr marL="1828800" algn="ctr"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00" autoAdjust="0"/>
    <p:restoredTop sz="94803" autoAdjust="0"/>
  </p:normalViewPr>
  <p:slideViewPr>
    <p:cSldViewPr>
      <p:cViewPr varScale="1">
        <p:scale>
          <a:sx n="78" d="100"/>
          <a:sy n="78" d="100"/>
        </p:scale>
        <p:origin x="1507"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endParaRPr lang="en-US"/>
          </a:p>
        </p:txBody>
      </p:sp>
      <p:sp>
        <p:nvSpPr>
          <p:cNvPr id="104873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p>
        </p:txBody>
      </p:sp>
      <p:sp>
        <p:nvSpPr>
          <p:cNvPr id="10487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4873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endParaRPr lang="en-US"/>
          </a:p>
        </p:txBody>
      </p:sp>
      <p:sp>
        <p:nvSpPr>
          <p:cNvPr id="104873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DCE1884E-8799-4CCC-AF0B-9A3160FB89A8}" type="slidenum">
              <a:rPr lang="en-US"/>
              <a:pPr/>
              <a:t>‹#›</a:t>
            </a:fld>
            <a:endParaRPr lang="en-US"/>
          </a:p>
        </p:txBody>
      </p:sp>
    </p:spTree>
    <p:extLst>
      <p:ext uri="{BB962C8B-B14F-4D97-AF65-F5344CB8AC3E}">
        <p14:creationId xmlns:p14="http://schemas.microsoft.com/office/powerpoint/2010/main" val="27374723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48655"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56"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57"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58"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59" name="Straight Connector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endParaRPr lang="en-US"/>
          </a:p>
        </p:txBody>
      </p:sp>
      <p:sp>
        <p:nvSpPr>
          <p:cNvPr id="1048660"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endParaRPr lang="en-US"/>
          </a:p>
        </p:txBody>
      </p:sp>
      <p:sp>
        <p:nvSpPr>
          <p:cNvPr id="1048661" name="Straight Connector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662" name="Straight Connector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endParaRPr lang="en-US"/>
          </a:p>
        </p:txBody>
      </p:sp>
      <p:sp>
        <p:nvSpPr>
          <p:cNvPr id="1048663"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664" name="Straight Connector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endParaRPr lang="en-US"/>
          </a:p>
        </p:txBody>
      </p:sp>
      <p:sp>
        <p:nvSpPr>
          <p:cNvPr id="1048665"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66"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67" name="Oval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68" name="Oval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69" name="Oval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70" name="Oval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71"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1048672"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48673" name="Date Placeholder 27"/>
          <p:cNvSpPr>
            <a:spLocks noGrp="1"/>
          </p:cNvSpPr>
          <p:nvPr>
            <p:ph type="dt" sz="half" idx="10"/>
          </p:nvPr>
        </p:nvSpPr>
        <p:spPr bwMode="auto">
          <a:xfrm rot="5400000">
            <a:off x="7764463" y="1174750"/>
            <a:ext cx="2286000" cy="381000"/>
          </a:xfrm>
        </p:spPr>
        <p:txBody>
          <a:bodyPr/>
          <a:lstStyle/>
          <a:p>
            <a:endParaRPr lang="en-US"/>
          </a:p>
        </p:txBody>
      </p:sp>
      <p:sp>
        <p:nvSpPr>
          <p:cNvPr id="1048674" name="Footer Placeholder 16"/>
          <p:cNvSpPr>
            <a:spLocks noGrp="1"/>
          </p:cNvSpPr>
          <p:nvPr>
            <p:ph type="ftr" sz="quarter" idx="11"/>
          </p:nvPr>
        </p:nvSpPr>
        <p:spPr bwMode="auto">
          <a:xfrm rot="5400000">
            <a:off x="7077076" y="4181475"/>
            <a:ext cx="3657600" cy="384175"/>
          </a:xfrm>
        </p:spPr>
        <p:txBody>
          <a:bodyPr/>
          <a:lstStyle/>
          <a:p>
            <a:endParaRPr lang="en-US"/>
          </a:p>
        </p:txBody>
      </p:sp>
      <p:sp>
        <p:nvSpPr>
          <p:cNvPr id="1048675" name="Slide Number Placeholder 28"/>
          <p:cNvSpPr>
            <a:spLocks noGrp="1"/>
          </p:cNvSpPr>
          <p:nvPr>
            <p:ph type="sldNum" sz="quarter" idx="12"/>
          </p:nvPr>
        </p:nvSpPr>
        <p:spPr bwMode="auto">
          <a:xfrm>
            <a:off x="1325563" y="4929188"/>
            <a:ext cx="609600" cy="517525"/>
          </a:xfrm>
        </p:spPr>
        <p:txBody>
          <a:bodyPr/>
          <a:lstStyle/>
          <a:p>
            <a:fld id="{8BAF6E6F-9B47-4F98-9031-2060592B92EB}" type="slidenum">
              <a:rPr lang="en-US"/>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7" name="Title 1"/>
          <p:cNvSpPr>
            <a:spLocks noGrp="1"/>
          </p:cNvSpPr>
          <p:nvPr>
            <p:ph type="title"/>
          </p:nvPr>
        </p:nvSpPr>
        <p:spPr/>
        <p:txBody>
          <a:bodyPr/>
          <a:lstStyle/>
          <a:p>
            <a:r>
              <a:rPr lang="en-US"/>
              <a:t>Click to edit Master title style</a:t>
            </a:r>
          </a:p>
        </p:txBody>
      </p:sp>
      <p:sp>
        <p:nvSpPr>
          <p:cNvPr id="104858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9" name="Date Placeholder 6"/>
          <p:cNvSpPr>
            <a:spLocks noGrp="1"/>
          </p:cNvSpPr>
          <p:nvPr>
            <p:ph type="dt" sz="half" idx="10"/>
          </p:nvPr>
        </p:nvSpPr>
        <p:spPr/>
        <p:txBody>
          <a:bodyPr rtlCol="0"/>
          <a:lstStyle/>
          <a:p>
            <a:endParaRPr lang="en-US"/>
          </a:p>
        </p:txBody>
      </p:sp>
      <p:sp>
        <p:nvSpPr>
          <p:cNvPr id="1048590" name="Slide Number Placeholder 8"/>
          <p:cNvSpPr>
            <a:spLocks noGrp="1"/>
          </p:cNvSpPr>
          <p:nvPr>
            <p:ph type="sldNum" sz="quarter" idx="11"/>
          </p:nvPr>
        </p:nvSpPr>
        <p:spPr/>
        <p:txBody>
          <a:bodyPr rtlCol="0"/>
          <a:lstStyle/>
          <a:p>
            <a:fld id="{8DF03486-A00B-4193-9167-A8A1A9AB9B51}" type="slidenum">
              <a:rPr lang="en-US"/>
              <a:pPr/>
              <a:t>‹#›</a:t>
            </a:fld>
            <a:endParaRPr lang="en-US"/>
          </a:p>
        </p:txBody>
      </p:sp>
      <p:sp>
        <p:nvSpPr>
          <p:cNvPr id="1048591" name="Footer Placeholder 9"/>
          <p:cNvSpPr>
            <a:spLocks noGrp="1"/>
          </p:cNvSpPr>
          <p:nvPr>
            <p:ph type="ftr" sz="quarter" idx="12"/>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048620"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21"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22"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23"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24" name="Straight Connector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endParaRPr lang="en-US"/>
          </a:p>
        </p:txBody>
      </p:sp>
      <p:sp>
        <p:nvSpPr>
          <p:cNvPr id="1048625"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endParaRPr lang="en-US"/>
          </a:p>
        </p:txBody>
      </p:sp>
      <p:sp>
        <p:nvSpPr>
          <p:cNvPr id="1048626" name="Straight Connector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627" name="Straight Connector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endParaRPr lang="en-US"/>
          </a:p>
        </p:txBody>
      </p:sp>
      <p:sp>
        <p:nvSpPr>
          <p:cNvPr id="1048628"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629"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0"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1" name="Oval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2" name="Oval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3" name="Oval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4" name="Oval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5" name="Straight Connector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endParaRPr lang="en-US"/>
          </a:p>
        </p:txBody>
      </p:sp>
      <p:sp>
        <p:nvSpPr>
          <p:cNvPr id="1048636"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1048637"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1048638" name="Date Placeholder 3"/>
          <p:cNvSpPr>
            <a:spLocks noGrp="1"/>
          </p:cNvSpPr>
          <p:nvPr>
            <p:ph type="dt" sz="half" idx="10"/>
          </p:nvPr>
        </p:nvSpPr>
        <p:spPr bwMode="auto">
          <a:xfrm rot="5400000">
            <a:off x="7762875" y="1169988"/>
            <a:ext cx="2286000" cy="381000"/>
          </a:xfrm>
        </p:spPr>
        <p:txBody>
          <a:bodyPr/>
          <a:lstStyle/>
          <a:p>
            <a:endParaRPr lang="en-US"/>
          </a:p>
        </p:txBody>
      </p:sp>
      <p:sp>
        <p:nvSpPr>
          <p:cNvPr id="1048639" name="Footer Placeholder 4"/>
          <p:cNvSpPr>
            <a:spLocks noGrp="1"/>
          </p:cNvSpPr>
          <p:nvPr>
            <p:ph type="ftr" sz="quarter" idx="11"/>
          </p:nvPr>
        </p:nvSpPr>
        <p:spPr bwMode="auto">
          <a:xfrm rot="5400000">
            <a:off x="7077076" y="4178300"/>
            <a:ext cx="3657600" cy="384175"/>
          </a:xfrm>
        </p:spPr>
        <p:txBody>
          <a:bodyPr/>
          <a:lstStyle/>
          <a:p>
            <a:endParaRPr lang="en-US"/>
          </a:p>
        </p:txBody>
      </p:sp>
      <p:sp>
        <p:nvSpPr>
          <p:cNvPr id="1048640" name="Slide Number Placeholder 5"/>
          <p:cNvSpPr>
            <a:spLocks noGrp="1"/>
          </p:cNvSpPr>
          <p:nvPr>
            <p:ph type="sldNum" sz="quarter" idx="12"/>
          </p:nvPr>
        </p:nvSpPr>
        <p:spPr bwMode="auto">
          <a:xfrm>
            <a:off x="1339850" y="4929188"/>
            <a:ext cx="609600" cy="517525"/>
          </a:xfrm>
        </p:spPr>
        <p:txBody>
          <a:bodyPr/>
          <a:lstStyle/>
          <a:p>
            <a:fld id="{ABC6B29C-E0AE-4BA6-8A7E-9DD383C18717}"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a:t>Click to edit Master title style</a:t>
            </a:r>
          </a:p>
        </p:txBody>
      </p:sp>
      <p:sp>
        <p:nvSpPr>
          <p:cNvPr id="1048615"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6"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7" name="Date Placeholder 13"/>
          <p:cNvSpPr>
            <a:spLocks noGrp="1"/>
          </p:cNvSpPr>
          <p:nvPr>
            <p:ph type="dt" sz="half" idx="10"/>
          </p:nvPr>
        </p:nvSpPr>
        <p:spPr/>
        <p:txBody>
          <a:bodyPr/>
          <a:lstStyle/>
          <a:p>
            <a:endParaRPr lang="en-US"/>
          </a:p>
        </p:txBody>
      </p:sp>
      <p:sp>
        <p:nvSpPr>
          <p:cNvPr id="1048618" name="Footer Placeholder 2"/>
          <p:cNvSpPr>
            <a:spLocks noGrp="1"/>
          </p:cNvSpPr>
          <p:nvPr>
            <p:ph type="ftr" sz="quarter" idx="11"/>
          </p:nvPr>
        </p:nvSpPr>
        <p:spPr/>
        <p:txBody>
          <a:bodyPr/>
          <a:lstStyle/>
          <a:p>
            <a:endParaRPr lang="en-US"/>
          </a:p>
        </p:txBody>
      </p:sp>
      <p:sp>
        <p:nvSpPr>
          <p:cNvPr id="1048619" name="Slide Number Placeholder 22"/>
          <p:cNvSpPr>
            <a:spLocks noGrp="1"/>
          </p:cNvSpPr>
          <p:nvPr>
            <p:ph type="sldNum" sz="quarter" idx="12"/>
          </p:nvPr>
        </p:nvSpPr>
        <p:spPr/>
        <p:txBody>
          <a:bodyPr/>
          <a:lstStyle/>
          <a:p>
            <a:fld id="{F81B8D72-3365-43AA-921E-177245DAC15E}"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26" name="Title 1"/>
          <p:cNvSpPr>
            <a:spLocks noGrp="1"/>
          </p:cNvSpPr>
          <p:nvPr>
            <p:ph type="title"/>
          </p:nvPr>
        </p:nvSpPr>
        <p:spPr>
          <a:xfrm>
            <a:off x="457200" y="273050"/>
            <a:ext cx="7543800" cy="1143000"/>
          </a:xfrm>
        </p:spPr>
        <p:txBody>
          <a:bodyPr/>
          <a:lstStyle/>
          <a:p>
            <a:r>
              <a:rPr lang="en-US"/>
              <a:t>Click to edit Master title style</a:t>
            </a:r>
          </a:p>
        </p:txBody>
      </p:sp>
      <p:sp>
        <p:nvSpPr>
          <p:cNvPr id="1048727"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9"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048730"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048731" name="Date Placeholder 13"/>
          <p:cNvSpPr>
            <a:spLocks noGrp="1"/>
          </p:cNvSpPr>
          <p:nvPr>
            <p:ph type="dt" sz="half" idx="10"/>
          </p:nvPr>
        </p:nvSpPr>
        <p:spPr/>
        <p:txBody>
          <a:bodyPr/>
          <a:lstStyle/>
          <a:p>
            <a:endParaRPr lang="en-US"/>
          </a:p>
        </p:txBody>
      </p:sp>
      <p:sp>
        <p:nvSpPr>
          <p:cNvPr id="1048732" name="Footer Placeholder 2"/>
          <p:cNvSpPr>
            <a:spLocks noGrp="1"/>
          </p:cNvSpPr>
          <p:nvPr>
            <p:ph type="ftr" sz="quarter" idx="11"/>
          </p:nvPr>
        </p:nvSpPr>
        <p:spPr/>
        <p:txBody>
          <a:bodyPr/>
          <a:lstStyle/>
          <a:p>
            <a:endParaRPr lang="en-US"/>
          </a:p>
        </p:txBody>
      </p:sp>
      <p:sp>
        <p:nvSpPr>
          <p:cNvPr id="1048733" name="Slide Number Placeholder 22"/>
          <p:cNvSpPr>
            <a:spLocks noGrp="1"/>
          </p:cNvSpPr>
          <p:nvPr>
            <p:ph type="sldNum" sz="quarter" idx="12"/>
          </p:nvPr>
        </p:nvSpPr>
        <p:spPr/>
        <p:txBody>
          <a:bodyPr/>
          <a:lstStyle/>
          <a:p>
            <a:fld id="{4E76E4AB-3E90-45D5-AB7F-D0225D0E088E}"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Date Placeholder 5"/>
          <p:cNvSpPr>
            <a:spLocks noGrp="1"/>
          </p:cNvSpPr>
          <p:nvPr>
            <p:ph type="dt" sz="half" idx="10"/>
          </p:nvPr>
        </p:nvSpPr>
        <p:spPr/>
        <p:txBody>
          <a:bodyPr rtlCol="0"/>
          <a:lstStyle/>
          <a:p>
            <a:endParaRPr lang="en-US"/>
          </a:p>
        </p:txBody>
      </p:sp>
      <p:sp>
        <p:nvSpPr>
          <p:cNvPr id="1048653" name="Slide Number Placeholder 6"/>
          <p:cNvSpPr>
            <a:spLocks noGrp="1"/>
          </p:cNvSpPr>
          <p:nvPr>
            <p:ph type="sldNum" sz="quarter" idx="11"/>
          </p:nvPr>
        </p:nvSpPr>
        <p:spPr/>
        <p:txBody>
          <a:bodyPr rtlCol="0"/>
          <a:lstStyle/>
          <a:p>
            <a:fld id="{F7D3D291-37ED-4D6A-A4F8-1A4249F327FB}" type="slidenum">
              <a:rPr lang="en-US"/>
              <a:pPr/>
              <a:t>‹#›</a:t>
            </a:fld>
            <a:endParaRPr lang="en-US"/>
          </a:p>
        </p:txBody>
      </p:sp>
      <p:sp>
        <p:nvSpPr>
          <p:cNvPr id="1048654"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48" name="Date Placeholder 13"/>
          <p:cNvSpPr>
            <a:spLocks noGrp="1"/>
          </p:cNvSpPr>
          <p:nvPr>
            <p:ph type="dt" sz="half" idx="10"/>
          </p:nvPr>
        </p:nvSpPr>
        <p:spPr/>
        <p:txBody>
          <a:bodyPr/>
          <a:lstStyle/>
          <a:p>
            <a:endParaRPr lang="en-US"/>
          </a:p>
        </p:txBody>
      </p:sp>
      <p:sp>
        <p:nvSpPr>
          <p:cNvPr id="1048649" name="Footer Placeholder 2"/>
          <p:cNvSpPr>
            <a:spLocks noGrp="1"/>
          </p:cNvSpPr>
          <p:nvPr>
            <p:ph type="ftr" sz="quarter" idx="11"/>
          </p:nvPr>
        </p:nvSpPr>
        <p:spPr/>
        <p:txBody>
          <a:bodyPr/>
          <a:lstStyle/>
          <a:p>
            <a:endParaRPr lang="en-US"/>
          </a:p>
        </p:txBody>
      </p:sp>
      <p:sp>
        <p:nvSpPr>
          <p:cNvPr id="1048650" name="Slide Number Placeholder 22"/>
          <p:cNvSpPr>
            <a:spLocks noGrp="1"/>
          </p:cNvSpPr>
          <p:nvPr>
            <p:ph type="sldNum" sz="quarter" idx="12"/>
          </p:nvPr>
        </p:nvSpPr>
        <p:spPr/>
        <p:txBody>
          <a:bodyPr/>
          <a:lstStyle/>
          <a:p>
            <a:fld id="{3171A550-B4D3-4994-972D-4BCE496A3030}"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48676"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endParaRPr lang="en-US" dirty="0"/>
          </a:p>
        </p:txBody>
      </p:sp>
      <p:sp>
        <p:nvSpPr>
          <p:cNvPr id="1048677"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endParaRPr lang="en-US" dirty="0"/>
          </a:p>
        </p:txBody>
      </p:sp>
      <p:sp>
        <p:nvSpPr>
          <p:cNvPr id="1048678" name="Straight Connector 6"/>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endParaRPr lang="en-US" dirty="0"/>
          </a:p>
        </p:txBody>
      </p:sp>
      <p:sp>
        <p:nvSpPr>
          <p:cNvPr id="1048679" name="Straight Connector 7"/>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endParaRPr lang="en-US"/>
          </a:p>
        </p:txBody>
      </p:sp>
      <p:sp>
        <p:nvSpPr>
          <p:cNvPr id="1048680"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81" name="Straight Connector 9"/>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endParaRPr lang="en-US"/>
          </a:p>
        </p:txBody>
      </p:sp>
      <p:sp>
        <p:nvSpPr>
          <p:cNvPr id="1048682" name="Oval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83"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1048684"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048685"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6" name="Date Placeholder 20"/>
          <p:cNvSpPr>
            <a:spLocks noGrp="1"/>
          </p:cNvSpPr>
          <p:nvPr>
            <p:ph type="dt" sz="half" idx="10"/>
          </p:nvPr>
        </p:nvSpPr>
        <p:spPr/>
        <p:txBody>
          <a:bodyPr rtlCol="0"/>
          <a:lstStyle/>
          <a:p>
            <a:endParaRPr lang="en-US"/>
          </a:p>
        </p:txBody>
      </p:sp>
      <p:sp>
        <p:nvSpPr>
          <p:cNvPr id="1048687" name="Slide Number Placeholder 21"/>
          <p:cNvSpPr>
            <a:spLocks noGrp="1"/>
          </p:cNvSpPr>
          <p:nvPr>
            <p:ph type="sldNum" sz="quarter" idx="11"/>
          </p:nvPr>
        </p:nvSpPr>
        <p:spPr/>
        <p:txBody>
          <a:bodyPr rtlCol="0"/>
          <a:lstStyle/>
          <a:p>
            <a:fld id="{CC122549-78EF-42E0-8D40-2FF9860133AB}" type="slidenum">
              <a:rPr lang="en-US"/>
              <a:pPr/>
              <a:t>‹#›</a:t>
            </a:fld>
            <a:endParaRPr lang="en-US"/>
          </a:p>
        </p:txBody>
      </p:sp>
      <p:sp>
        <p:nvSpPr>
          <p:cNvPr id="1048688" name="Footer Placeholder 22"/>
          <p:cNvSpPr>
            <a:spLocks noGrp="1"/>
          </p:cNvSpPr>
          <p:nvPr>
            <p:ph type="ftr" sz="quarter" idx="12"/>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48713"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714" name="Oval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715" name="Straight Connector 6"/>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endParaRPr lang="en-US"/>
          </a:p>
        </p:txBody>
      </p:sp>
      <p:sp>
        <p:nvSpPr>
          <p:cNvPr id="1048716"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717" name="Straight Connector 8"/>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endParaRPr lang="en-US"/>
          </a:p>
        </p:txBody>
      </p:sp>
      <p:sp>
        <p:nvSpPr>
          <p:cNvPr id="1048718"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endParaRPr lang="en-US" dirty="0"/>
          </a:p>
        </p:txBody>
      </p:sp>
      <p:sp>
        <p:nvSpPr>
          <p:cNvPr id="1048719" name="Straight Connector 10"/>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endParaRPr lang="en-US" dirty="0"/>
          </a:p>
        </p:txBody>
      </p:sp>
      <p:sp>
        <p:nvSpPr>
          <p:cNvPr id="1048720"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1048721"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1048722"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048723" name="Date Placeholder 16"/>
          <p:cNvSpPr>
            <a:spLocks noGrp="1"/>
          </p:cNvSpPr>
          <p:nvPr>
            <p:ph type="dt" sz="half" idx="10"/>
          </p:nvPr>
        </p:nvSpPr>
        <p:spPr/>
        <p:txBody>
          <a:bodyPr rtlCol="0"/>
          <a:lstStyle/>
          <a:p>
            <a:endParaRPr lang="en-US"/>
          </a:p>
        </p:txBody>
      </p:sp>
      <p:sp>
        <p:nvSpPr>
          <p:cNvPr id="1048724" name="Slide Number Placeholder 17"/>
          <p:cNvSpPr>
            <a:spLocks noGrp="1"/>
          </p:cNvSpPr>
          <p:nvPr>
            <p:ph type="sldNum" sz="quarter" idx="11"/>
          </p:nvPr>
        </p:nvSpPr>
        <p:spPr/>
        <p:txBody>
          <a:bodyPr rtlCol="0"/>
          <a:lstStyle/>
          <a:p>
            <a:fld id="{922E6CB8-10BB-4B59-8AFE-9583663D5E35}" type="slidenum">
              <a:rPr lang="en-US"/>
              <a:pPr/>
              <a:t>‹#›</a:t>
            </a:fld>
            <a:endParaRPr lang="en-US"/>
          </a:p>
        </p:txBody>
      </p:sp>
      <p:sp>
        <p:nvSpPr>
          <p:cNvPr id="1048725"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00" name="Title 1"/>
          <p:cNvSpPr>
            <a:spLocks noGrp="1"/>
          </p:cNvSpPr>
          <p:nvPr>
            <p:ph type="title"/>
          </p:nvPr>
        </p:nvSpPr>
        <p:spPr/>
        <p:txBody>
          <a:bodyPr/>
          <a:lstStyle/>
          <a:p>
            <a:r>
              <a:rPr lang="en-US"/>
              <a:t>Click to edit Master title style</a:t>
            </a:r>
          </a:p>
        </p:txBody>
      </p:sp>
      <p:sp>
        <p:nvSpPr>
          <p:cNvPr id="1048701"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2" name="Date Placeholder 13"/>
          <p:cNvSpPr>
            <a:spLocks noGrp="1"/>
          </p:cNvSpPr>
          <p:nvPr>
            <p:ph type="dt" sz="half" idx="10"/>
          </p:nvPr>
        </p:nvSpPr>
        <p:spPr/>
        <p:txBody>
          <a:bodyPr/>
          <a:lstStyle/>
          <a:p>
            <a:endParaRPr lang="en-US"/>
          </a:p>
        </p:txBody>
      </p:sp>
      <p:sp>
        <p:nvSpPr>
          <p:cNvPr id="1048703" name="Footer Placeholder 2"/>
          <p:cNvSpPr>
            <a:spLocks noGrp="1"/>
          </p:cNvSpPr>
          <p:nvPr>
            <p:ph type="ftr" sz="quarter" idx="11"/>
          </p:nvPr>
        </p:nvSpPr>
        <p:spPr/>
        <p:txBody>
          <a:bodyPr/>
          <a:lstStyle/>
          <a:p>
            <a:endParaRPr lang="en-US"/>
          </a:p>
        </p:txBody>
      </p:sp>
      <p:sp>
        <p:nvSpPr>
          <p:cNvPr id="1048704" name="Slide Number Placeholder 22"/>
          <p:cNvSpPr>
            <a:spLocks noGrp="1"/>
          </p:cNvSpPr>
          <p:nvPr>
            <p:ph type="sldNum" sz="quarter" idx="12"/>
          </p:nvPr>
        </p:nvSpPr>
        <p:spPr/>
        <p:txBody>
          <a:bodyPr/>
          <a:lstStyle/>
          <a:p>
            <a:fld id="{48A3FF0E-E39A-45C5-9A64-3D63F4DFD6DF}"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95"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1048696"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7" name="Date Placeholder 13"/>
          <p:cNvSpPr>
            <a:spLocks noGrp="1"/>
          </p:cNvSpPr>
          <p:nvPr>
            <p:ph type="dt" sz="half" idx="10"/>
          </p:nvPr>
        </p:nvSpPr>
        <p:spPr/>
        <p:txBody>
          <a:bodyPr/>
          <a:lstStyle/>
          <a:p>
            <a:endParaRPr lang="en-US"/>
          </a:p>
        </p:txBody>
      </p:sp>
      <p:sp>
        <p:nvSpPr>
          <p:cNvPr id="1048698" name="Footer Placeholder 2"/>
          <p:cNvSpPr>
            <a:spLocks noGrp="1"/>
          </p:cNvSpPr>
          <p:nvPr>
            <p:ph type="ftr" sz="quarter" idx="11"/>
          </p:nvPr>
        </p:nvSpPr>
        <p:spPr/>
        <p:txBody>
          <a:bodyPr/>
          <a:lstStyle/>
          <a:p>
            <a:endParaRPr lang="en-US"/>
          </a:p>
        </p:txBody>
      </p:sp>
      <p:sp>
        <p:nvSpPr>
          <p:cNvPr id="1048699" name="Slide Number Placeholder 22"/>
          <p:cNvSpPr>
            <a:spLocks noGrp="1"/>
          </p:cNvSpPr>
          <p:nvPr>
            <p:ph type="sldNum" sz="quarter" idx="12"/>
          </p:nvPr>
        </p:nvSpPr>
        <p:spPr/>
        <p:txBody>
          <a:bodyPr/>
          <a:lstStyle/>
          <a:p>
            <a:fld id="{A1DE4F01-5F0A-4845-B09E-D578A33FB3CB}"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1048705" name="Title 1"/>
          <p:cNvSpPr>
            <a:spLocks noGrp="1"/>
          </p:cNvSpPr>
          <p:nvPr>
            <p:ph type="title" sz="quarter"/>
          </p:nvPr>
        </p:nvSpPr>
        <p:spPr>
          <a:xfrm>
            <a:off x="457200" y="277814"/>
            <a:ext cx="8229600" cy="1139825"/>
          </a:xfrm>
        </p:spPr>
        <p:txBody>
          <a:bodyPr/>
          <a:lstStyle/>
          <a:p>
            <a:r>
              <a:rPr lang="en-US"/>
              <a:t>Click to edit Master title style</a:t>
            </a:r>
            <a:endParaRPr lang="en-IN"/>
          </a:p>
        </p:txBody>
      </p:sp>
      <p:sp>
        <p:nvSpPr>
          <p:cNvPr id="1048706" name="Content Placeholder 2"/>
          <p:cNvSpPr>
            <a:spLocks noGrp="1"/>
          </p:cNvSpPr>
          <p:nvPr>
            <p:ph sz="quarter" idx="1"/>
          </p:nvPr>
        </p:nvSpPr>
        <p:spPr>
          <a:xfrm>
            <a:off x="457200" y="1600201"/>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7" name="Content Placeholder 3"/>
          <p:cNvSpPr>
            <a:spLocks noGrp="1"/>
          </p:cNvSpPr>
          <p:nvPr>
            <p:ph sz="quarter" idx="2"/>
          </p:nvPr>
        </p:nvSpPr>
        <p:spPr>
          <a:xfrm>
            <a:off x="4648200" y="1600201"/>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8" name="Content Placeholder 4"/>
          <p:cNvSpPr>
            <a:spLocks noGrp="1"/>
          </p:cNvSpPr>
          <p:nvPr>
            <p:ph sz="quarter" idx="3"/>
          </p:nvPr>
        </p:nvSpPr>
        <p:spPr>
          <a:xfrm>
            <a:off x="457200" y="3941764"/>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9" name="Content Placeholder 5"/>
          <p:cNvSpPr>
            <a:spLocks noGrp="1"/>
          </p:cNvSpPr>
          <p:nvPr>
            <p:ph sz="quarter" idx="4"/>
          </p:nvPr>
        </p:nvSpPr>
        <p:spPr>
          <a:xfrm>
            <a:off x="4648200" y="3941764"/>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10" name="Date Placeholder 13"/>
          <p:cNvSpPr>
            <a:spLocks noGrp="1"/>
          </p:cNvSpPr>
          <p:nvPr>
            <p:ph type="dt" sz="half" idx="10"/>
          </p:nvPr>
        </p:nvSpPr>
        <p:spPr/>
        <p:txBody>
          <a:bodyPr/>
          <a:lstStyle/>
          <a:p>
            <a:endParaRPr lang="en-US"/>
          </a:p>
        </p:txBody>
      </p:sp>
      <p:sp>
        <p:nvSpPr>
          <p:cNvPr id="1048711" name="Footer Placeholder 2"/>
          <p:cNvSpPr>
            <a:spLocks noGrp="1"/>
          </p:cNvSpPr>
          <p:nvPr>
            <p:ph type="ftr" sz="quarter" idx="11"/>
          </p:nvPr>
        </p:nvSpPr>
        <p:spPr/>
        <p:txBody>
          <a:bodyPr/>
          <a:lstStyle/>
          <a:p>
            <a:endParaRPr lang="en-US"/>
          </a:p>
        </p:txBody>
      </p:sp>
      <p:sp>
        <p:nvSpPr>
          <p:cNvPr id="1048712" name="Slide Number Placeholder 22"/>
          <p:cNvSpPr>
            <a:spLocks noGrp="1"/>
          </p:cNvSpPr>
          <p:nvPr>
            <p:ph type="sldNum" sz="quarter" idx="12"/>
          </p:nvPr>
        </p:nvSpPr>
        <p:spPr/>
        <p:txBody>
          <a:bodyPr/>
          <a:lstStyle/>
          <a:p>
            <a:fld id="{2D7D0A65-7576-47EB-9E87-3A12C21C51D7}"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1048641" name="Title 1"/>
          <p:cNvSpPr>
            <a:spLocks noGrp="1"/>
          </p:cNvSpPr>
          <p:nvPr>
            <p:ph type="title"/>
          </p:nvPr>
        </p:nvSpPr>
        <p:spPr>
          <a:xfrm>
            <a:off x="457200" y="277814"/>
            <a:ext cx="8229600" cy="1139825"/>
          </a:xfrm>
        </p:spPr>
        <p:txBody>
          <a:bodyPr/>
          <a:lstStyle/>
          <a:p>
            <a:r>
              <a:rPr lang="en-US"/>
              <a:t>Click to edit Master title style</a:t>
            </a:r>
            <a:endParaRPr lang="en-IN"/>
          </a:p>
        </p:txBody>
      </p:sp>
      <p:sp>
        <p:nvSpPr>
          <p:cNvPr id="1048642" name="Content Placeholder 2"/>
          <p:cNvSpPr>
            <a:spLocks noGrp="1"/>
          </p:cNvSpPr>
          <p:nvPr>
            <p:ph sz="quarter" idx="1"/>
          </p:nvPr>
        </p:nvSpPr>
        <p:spPr>
          <a:xfrm>
            <a:off x="457200" y="1600201"/>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3" name="Content Placeholder 3"/>
          <p:cNvSpPr>
            <a:spLocks noGrp="1"/>
          </p:cNvSpPr>
          <p:nvPr>
            <p:ph sz="quarter" idx="2"/>
          </p:nvPr>
        </p:nvSpPr>
        <p:spPr>
          <a:xfrm>
            <a:off x="4648200" y="1600201"/>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4" name="Text Placeholder 4"/>
          <p:cNvSpPr>
            <a:spLocks noGrp="1"/>
          </p:cNvSpPr>
          <p:nvPr>
            <p:ph type="body" sz="half" idx="3"/>
          </p:nvPr>
        </p:nvSpPr>
        <p:spPr>
          <a:xfrm>
            <a:off x="457200" y="3941764"/>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5" name="Date Placeholder 13"/>
          <p:cNvSpPr>
            <a:spLocks noGrp="1"/>
          </p:cNvSpPr>
          <p:nvPr>
            <p:ph type="dt" sz="half" idx="10"/>
          </p:nvPr>
        </p:nvSpPr>
        <p:spPr/>
        <p:txBody>
          <a:bodyPr/>
          <a:lstStyle/>
          <a:p>
            <a:endParaRPr lang="en-US"/>
          </a:p>
        </p:txBody>
      </p:sp>
      <p:sp>
        <p:nvSpPr>
          <p:cNvPr id="1048646" name="Footer Placeholder 2"/>
          <p:cNvSpPr>
            <a:spLocks noGrp="1"/>
          </p:cNvSpPr>
          <p:nvPr>
            <p:ph type="ftr" sz="quarter" idx="11"/>
          </p:nvPr>
        </p:nvSpPr>
        <p:spPr/>
        <p:txBody>
          <a:bodyPr/>
          <a:lstStyle/>
          <a:p>
            <a:endParaRPr lang="en-US"/>
          </a:p>
        </p:txBody>
      </p:sp>
      <p:sp>
        <p:nvSpPr>
          <p:cNvPr id="1048647" name="Slide Number Placeholder 22"/>
          <p:cNvSpPr>
            <a:spLocks noGrp="1"/>
          </p:cNvSpPr>
          <p:nvPr>
            <p:ph type="sldNum" sz="quarter" idx="12"/>
          </p:nvPr>
        </p:nvSpPr>
        <p:spPr/>
        <p:txBody>
          <a:bodyPr/>
          <a:lstStyle/>
          <a:p>
            <a:fld id="{0B17EEFC-DAC9-4C7D-BB88-F7B1F67998E6}"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1048608" name="Title 1"/>
          <p:cNvSpPr>
            <a:spLocks noGrp="1"/>
          </p:cNvSpPr>
          <p:nvPr>
            <p:ph type="title"/>
          </p:nvPr>
        </p:nvSpPr>
        <p:spPr>
          <a:xfrm>
            <a:off x="457200" y="277814"/>
            <a:ext cx="8229600" cy="1139825"/>
          </a:xfrm>
        </p:spPr>
        <p:txBody>
          <a:bodyPr/>
          <a:lstStyle/>
          <a:p>
            <a:r>
              <a:rPr lang="en-US"/>
              <a:t>Click to edit Master title style</a:t>
            </a:r>
            <a:endParaRPr lang="en-IN"/>
          </a:p>
        </p:txBody>
      </p:sp>
      <p:sp>
        <p:nvSpPr>
          <p:cNvPr id="1048609" name="ClipArt Placeholder 2"/>
          <p:cNvSpPr>
            <a:spLocks noGrp="1"/>
          </p:cNvSpPr>
          <p:nvPr>
            <p:ph type="clipArt" sz="half" idx="1"/>
          </p:nvPr>
        </p:nvSpPr>
        <p:spPr>
          <a:xfrm>
            <a:off x="457200" y="1600201"/>
            <a:ext cx="4038600" cy="4530725"/>
          </a:xfrm>
        </p:spPr>
        <p:txBody>
          <a:bodyPr rtlCol="0">
            <a:normAutofit/>
          </a:bodyPr>
          <a:lstStyle/>
          <a:p>
            <a:pPr lvl="0"/>
            <a:endParaRPr lang="en-IN" noProof="0"/>
          </a:p>
        </p:txBody>
      </p:sp>
      <p:sp>
        <p:nvSpPr>
          <p:cNvPr id="1048610" name="Text Placeholder 3"/>
          <p:cNvSpPr>
            <a:spLocks noGrp="1"/>
          </p:cNvSpPr>
          <p:nvPr>
            <p:ph type="body" sz="half" idx="2"/>
          </p:nvPr>
        </p:nvSpPr>
        <p:spPr>
          <a:xfrm>
            <a:off x="4648200" y="1600201"/>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11" name="Date Placeholder 13"/>
          <p:cNvSpPr>
            <a:spLocks noGrp="1"/>
          </p:cNvSpPr>
          <p:nvPr>
            <p:ph type="dt" sz="half" idx="10"/>
          </p:nvPr>
        </p:nvSpPr>
        <p:spPr/>
        <p:txBody>
          <a:bodyPr/>
          <a:lstStyle/>
          <a:p>
            <a:endParaRPr lang="en-US"/>
          </a:p>
        </p:txBody>
      </p:sp>
      <p:sp>
        <p:nvSpPr>
          <p:cNvPr id="1048612" name="Footer Placeholder 2"/>
          <p:cNvSpPr>
            <a:spLocks noGrp="1"/>
          </p:cNvSpPr>
          <p:nvPr>
            <p:ph type="ftr" sz="quarter" idx="11"/>
          </p:nvPr>
        </p:nvSpPr>
        <p:spPr/>
        <p:txBody>
          <a:bodyPr/>
          <a:lstStyle/>
          <a:p>
            <a:endParaRPr lang="en-US"/>
          </a:p>
        </p:txBody>
      </p:sp>
      <p:sp>
        <p:nvSpPr>
          <p:cNvPr id="1048613" name="Slide Number Placeholder 22"/>
          <p:cNvSpPr>
            <a:spLocks noGrp="1"/>
          </p:cNvSpPr>
          <p:nvPr>
            <p:ph type="sldNum" sz="quarter" idx="12"/>
          </p:nvPr>
        </p:nvSpPr>
        <p:spPr/>
        <p:txBody>
          <a:bodyPr/>
          <a:lstStyle/>
          <a:p>
            <a:fld id="{97EC1756-27E8-41EA-8282-10284CA71AC7}"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1048689" name="Title 1"/>
          <p:cNvSpPr>
            <a:spLocks noGrp="1"/>
          </p:cNvSpPr>
          <p:nvPr>
            <p:ph type="title"/>
          </p:nvPr>
        </p:nvSpPr>
        <p:spPr>
          <a:xfrm>
            <a:off x="457200" y="277814"/>
            <a:ext cx="8229600" cy="1139825"/>
          </a:xfrm>
        </p:spPr>
        <p:txBody>
          <a:bodyPr/>
          <a:lstStyle/>
          <a:p>
            <a:r>
              <a:rPr lang="en-US"/>
              <a:t>Click to edit Master title style</a:t>
            </a:r>
            <a:endParaRPr lang="en-IN"/>
          </a:p>
        </p:txBody>
      </p:sp>
      <p:sp>
        <p:nvSpPr>
          <p:cNvPr id="1048690" name="Content Placeholder 2"/>
          <p:cNvSpPr>
            <a:spLocks noGrp="1"/>
          </p:cNvSpPr>
          <p:nvPr>
            <p:ph sz="half" idx="1"/>
          </p:nvPr>
        </p:nvSpPr>
        <p:spPr>
          <a:xfrm>
            <a:off x="457200" y="1600201"/>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1" name="Text Placeholder 3"/>
          <p:cNvSpPr>
            <a:spLocks noGrp="1"/>
          </p:cNvSpPr>
          <p:nvPr>
            <p:ph type="body" sz="half" idx="2"/>
          </p:nvPr>
        </p:nvSpPr>
        <p:spPr>
          <a:xfrm>
            <a:off x="457200" y="3941764"/>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2" name="Date Placeholder 13"/>
          <p:cNvSpPr>
            <a:spLocks noGrp="1"/>
          </p:cNvSpPr>
          <p:nvPr>
            <p:ph type="dt" sz="half" idx="10"/>
          </p:nvPr>
        </p:nvSpPr>
        <p:spPr/>
        <p:txBody>
          <a:bodyPr/>
          <a:lstStyle/>
          <a:p>
            <a:endParaRPr lang="en-US"/>
          </a:p>
        </p:txBody>
      </p:sp>
      <p:sp>
        <p:nvSpPr>
          <p:cNvPr id="1048693" name="Footer Placeholder 2"/>
          <p:cNvSpPr>
            <a:spLocks noGrp="1"/>
          </p:cNvSpPr>
          <p:nvPr>
            <p:ph type="ftr" sz="quarter" idx="11"/>
          </p:nvPr>
        </p:nvSpPr>
        <p:spPr/>
        <p:txBody>
          <a:bodyPr/>
          <a:lstStyle/>
          <a:p>
            <a:endParaRPr lang="en-US"/>
          </a:p>
        </p:txBody>
      </p:sp>
      <p:sp>
        <p:nvSpPr>
          <p:cNvPr id="1048694" name="Slide Number Placeholder 22"/>
          <p:cNvSpPr>
            <a:spLocks noGrp="1"/>
          </p:cNvSpPr>
          <p:nvPr>
            <p:ph type="sldNum" sz="quarter" idx="12"/>
          </p:nvPr>
        </p:nvSpPr>
        <p:spPr/>
        <p:txBody>
          <a:bodyPr/>
          <a:lstStyle/>
          <a:p>
            <a:fld id="{A9A72E05-CE5C-4C7C-89E4-462F04D3C45C}"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endParaRPr lang="en-US" dirty="0"/>
          </a:p>
        </p:txBody>
      </p:sp>
      <p:sp>
        <p:nvSpPr>
          <p:cNvPr id="1048577"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48578" name="Text Placeholder 12"/>
          <p:cNvSpPr>
            <a:spLocks noGrp="1"/>
          </p:cNvSpPr>
          <p:nvPr>
            <p:ph type="body" idx="1"/>
          </p:nvPr>
        </p:nvSpPr>
        <p:spPr bwMode="auto">
          <a:xfrm>
            <a:off x="457200" y="1600200"/>
            <a:ext cx="7467600" cy="4873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9" name="Date Placehold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1048580" name="Footer Placehold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1048581"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endParaRPr lang="en-US"/>
          </a:p>
        </p:txBody>
      </p:sp>
      <p:sp>
        <p:nvSpPr>
          <p:cNvPr id="1048582"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endParaRPr lang="en-US"/>
          </a:p>
        </p:txBody>
      </p:sp>
      <p:sp>
        <p:nvSpPr>
          <p:cNvPr id="1048583"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584"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endParaRPr lang="en-US"/>
          </a:p>
        </p:txBody>
      </p:sp>
      <p:sp>
        <p:nvSpPr>
          <p:cNvPr id="1048585"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586" name="Slide Number Placehold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a:solidFill>
                  <a:srgbClr val="FFFFFF"/>
                </a:solidFill>
              </a:defRPr>
            </a:lvl1pPr>
          </a:lstStyle>
          <a:p>
            <a:fld id="{C29A5317-7720-458C-9654-302A2D1691B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1048577"/>
                                        </p:tgtEl>
                                        <p:attrNameLst>
                                          <p:attrName>style.visibility</p:attrName>
                                        </p:attrNameLst>
                                      </p:cBhvr>
                                      <p:to>
                                        <p:strVal val="visible"/>
                                      </p:to>
                                    </p:set>
                                    <p:anim calcmode="lin" valueType="num">
                                      <p:cBhvr>
                                        <p:cTn id="7" dur="500" fill="hold"/>
                                        <p:tgtEl>
                                          <p:spTgt spid="1048577"/>
                                        </p:tgtEl>
                                        <p:attrNameLst>
                                          <p:attrName>ppt_w</p:attrName>
                                        </p:attrNameLst>
                                      </p:cBhvr>
                                      <p:tavLst>
                                        <p:tav tm="0">
                                          <p:val>
                                            <p:fltVal val="0"/>
                                          </p:val>
                                        </p:tav>
                                        <p:tav tm="100000">
                                          <p:val>
                                            <p:strVal val="#ppt_w"/>
                                          </p:val>
                                        </p:tav>
                                      </p:tavLst>
                                    </p:anim>
                                    <p:anim calcmode="lin" valueType="num">
                                      <p:cBhvr>
                                        <p:cTn id="8" dur="500" fill="hold"/>
                                        <p:tgtEl>
                                          <p:spTgt spid="104857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048578">
                                            <p:txEl>
                                              <p:pRg st="0" end="0"/>
                                            </p:txEl>
                                          </p:spTgt>
                                        </p:tgtEl>
                                        <p:attrNameLst>
                                          <p:attrName>style.visibility</p:attrName>
                                        </p:attrNameLst>
                                      </p:cBhvr>
                                      <p:to>
                                        <p:strVal val="visible"/>
                                      </p:to>
                                    </p:set>
                                    <p:anim calcmode="lin" valueType="num">
                                      <p:cBhvr>
                                        <p:cTn id="13" dur="500" fill="hold"/>
                                        <p:tgtEl>
                                          <p:spTgt spid="1048578">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48578">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1" fill="hold">
                                          <p:stCondLst>
                                            <p:cond delay="0"/>
                                          </p:stCondLst>
                                        </p:cTn>
                                        <p:tgtEl>
                                          <p:spTgt spid="1048578">
                                            <p:txEl>
                                              <p:pRg st="1" end="1"/>
                                            </p:txEl>
                                          </p:spTgt>
                                        </p:tgtEl>
                                        <p:attrNameLst>
                                          <p:attrName>style.visibility</p:attrName>
                                        </p:attrNameLst>
                                      </p:cBhvr>
                                      <p:to>
                                        <p:strVal val="visible"/>
                                      </p:to>
                                    </p:set>
                                    <p:anim calcmode="lin" valueType="num">
                                      <p:cBhvr>
                                        <p:cTn id="17" dur="500" fill="hold"/>
                                        <p:tgtEl>
                                          <p:spTgt spid="1048578">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048578">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1" fill="hold">
                                          <p:stCondLst>
                                            <p:cond delay="0"/>
                                          </p:stCondLst>
                                        </p:cTn>
                                        <p:tgtEl>
                                          <p:spTgt spid="1048578">
                                            <p:txEl>
                                              <p:pRg st="2" end="2"/>
                                            </p:txEl>
                                          </p:spTgt>
                                        </p:tgtEl>
                                        <p:attrNameLst>
                                          <p:attrName>style.visibility</p:attrName>
                                        </p:attrNameLst>
                                      </p:cBhvr>
                                      <p:to>
                                        <p:strVal val="visible"/>
                                      </p:to>
                                    </p:set>
                                    <p:anim calcmode="lin" valueType="num">
                                      <p:cBhvr>
                                        <p:cTn id="21" dur="500" fill="hold"/>
                                        <p:tgtEl>
                                          <p:spTgt spid="1048578">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048578">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1048578">
                                            <p:txEl>
                                              <p:pRg st="3" end="3"/>
                                            </p:txEl>
                                          </p:spTgt>
                                        </p:tgtEl>
                                        <p:attrNameLst>
                                          <p:attrName>style.visibility</p:attrName>
                                        </p:attrNameLst>
                                      </p:cBhvr>
                                      <p:to>
                                        <p:strVal val="visible"/>
                                      </p:to>
                                    </p:set>
                                    <p:anim calcmode="lin" valueType="num">
                                      <p:cBhvr>
                                        <p:cTn id="25" dur="500" fill="hold"/>
                                        <p:tgtEl>
                                          <p:spTgt spid="1048578">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48578">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1048578">
                                            <p:txEl>
                                              <p:pRg st="4" end="4"/>
                                            </p:txEl>
                                          </p:spTgt>
                                        </p:tgtEl>
                                        <p:attrNameLst>
                                          <p:attrName>style.visibility</p:attrName>
                                        </p:attrNameLst>
                                      </p:cBhvr>
                                      <p:to>
                                        <p:strVal val="visible"/>
                                      </p:to>
                                    </p:set>
                                    <p:anim calcmode="lin" valueType="num">
                                      <p:cBhvr>
                                        <p:cTn id="29" dur="500" fill="hold"/>
                                        <p:tgtEl>
                                          <p:spTgt spid="1048578">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48578">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77" grpId="0"/>
      <p:bldP spid="1048578" grpId="0" build="p"/>
    </p:bldLst>
  </p:timing>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D36F07"/>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6C0AA"/>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CDACAE"/>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ersonales.upv.es/misagre/papers/jim-survey.pdf" TargetMode="External"/><Relationship Id="rId3" Type="http://schemas.openxmlformats.org/officeDocument/2006/relationships/hyperlink" Target="https://www.ijraset.com/best-journal/examination-timetable-generator" TargetMode="External"/><Relationship Id="rId4" Type="http://schemas.openxmlformats.org/officeDocument/2006/relationships/hyperlink" Target="https://www.researchgate.net/profile/Baki-Koyuncu/publication/242611694_STUDENT_TIME_TABLE_BY_USING_GRAPH_COLORING_ALGORITHM/links/5e591bb74585152ce8f64bca/STUDENT-TIME-TABLE-BY-USING-GRAPH-COLORING-ALGORITHM.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Title 1048591"/>
          <p:cNvSpPr>
            <a:spLocks noGrp="1"/>
          </p:cNvSpPr>
          <p:nvPr>
            <p:ph type="title"/>
          </p:nvPr>
        </p:nvSpPr>
        <p:spPr>
          <a:xfrm>
            <a:off x="228600" y="2209800"/>
            <a:ext cx="8610600" cy="2362200"/>
          </a:xfrm>
          <a:noFill/>
        </p:spPr>
        <p:txBody>
          <a:bodyPr anchor="t">
            <a:normAutofit fontScale="90000"/>
          </a:bodyPr>
          <a:lstStyle/>
          <a:p>
            <a:pPr algn="ctr"/>
            <a: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Teegala Krishna Reddy Engineering College</a:t>
            </a:r>
            <a:b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br>
            <a:r>
              <a:rPr lang="en-US" sz="1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b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br>
            <a: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Project Title:</a:t>
            </a:r>
            <a:b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br>
            <a:br>
              <a:rPr lang="en-US" altLang="en-GB" sz="4000" dirty="0">
                <a:solidFill>
                  <a:schemeClr val="tx1"/>
                </a:solidFill>
                <a:latin typeface="Times New Roman" pitchFamily="18" charset="0"/>
                <a:cs typeface="Times New Roman" pitchFamily="18" charset="0"/>
              </a:rPr>
            </a:br>
            <a:r>
              <a:rPr lang="en-US" altLang="en-GB"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Smart Time Table Generator (STTG)</a:t>
            </a:r>
            <a:endParaRPr lang="en-GB" sz="40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048593" name="Content Placeholder 1048592"/>
          <p:cNvSpPr>
            <a:spLocks noGrp="1"/>
          </p:cNvSpPr>
          <p:nvPr>
            <p:ph sz="quarter" idx="1"/>
          </p:nvPr>
        </p:nvSpPr>
        <p:spPr>
          <a:xfrm>
            <a:off x="5165393" y="5105400"/>
            <a:ext cx="3597607" cy="1600200"/>
          </a:xfrm>
        </p:spPr>
        <p:txBody>
          <a:bodyPr anchor="t"/>
          <a:lstStyle/>
          <a:p>
            <a:pPr marL="0" indent="0">
              <a:buNone/>
            </a:pPr>
            <a:r>
              <a:rPr lang="en-US" altLang="en-GB" sz="2800" b="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Presented By: </a:t>
            </a:r>
            <a:endParaRPr lang="en-GB" sz="2800" b="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buNone/>
            </a:pPr>
            <a:r>
              <a:rPr lang="en-US"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T. Sai</a:t>
            </a:r>
            <a: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(24R91A6760)</a:t>
            </a:r>
            <a:b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br>
            <a: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S.K. Pasha (24R91A6757)</a:t>
            </a:r>
            <a:b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br>
            <a: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N. Savitha (24R91A6743)</a:t>
            </a:r>
            <a:endParaRPr 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4" name="Picture 2" descr="Related image"/>
          <p:cNvPicPr>
            <a:picLocks noChangeAspect="1" noChangeArrowheads="1"/>
          </p:cNvPicPr>
          <p:nvPr/>
        </p:nvPicPr>
        <p:blipFill>
          <a:blip r:embed="rId2" cstate="print"/>
          <a:srcRect/>
          <a:stretch>
            <a:fillRect/>
          </a:stretch>
        </p:blipFill>
        <p:spPr bwMode="auto">
          <a:xfrm>
            <a:off x="3124200" y="381000"/>
            <a:ext cx="2438400" cy="1752599"/>
          </a:xfrm>
          <a:prstGeom prst="rect">
            <a:avLst/>
          </a:prstGeom>
          <a:noFill/>
        </p:spPr>
      </p:pic>
      <p:sp>
        <p:nvSpPr>
          <p:cNvPr id="2" name="TextBox 1">
            <a:extLst>
              <a:ext uri="{FF2B5EF4-FFF2-40B4-BE49-F238E27FC236}">
                <a16:creationId xmlns:a16="http://schemas.microsoft.com/office/drawing/2014/main" id="{CADF9C4D-6CDF-2B33-7C83-3F9A88FC55B0}"/>
              </a:ext>
            </a:extLst>
          </p:cNvPr>
          <p:cNvSpPr txBox="1"/>
          <p:nvPr/>
        </p:nvSpPr>
        <p:spPr>
          <a:xfrm>
            <a:off x="463485" y="5410200"/>
            <a:ext cx="2438400" cy="677108"/>
          </a:xfrm>
          <a:prstGeom prst="rect">
            <a:avLst/>
          </a:prstGeom>
          <a:noFill/>
        </p:spPr>
        <p:txBody>
          <a:bodyPr wrap="square" rtlCol="0">
            <a:spAutoFit/>
          </a:bodyPr>
          <a:lstStyle/>
          <a:p>
            <a:r>
              <a:rPr lang="en-IN" sz="2000" b="1" dirty="0"/>
              <a:t>Guided By:</a:t>
            </a:r>
          </a:p>
          <a:p>
            <a:r>
              <a:rPr lang="en-IN" dirty="0"/>
              <a:t>Dr. P. Jyothi ma’am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048593"/>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Agenda</a:t>
            </a:r>
            <a:endParaRPr lang="en-GB" sz="40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048595" name="Content Placeholder 1048594"/>
          <p:cNvSpPr>
            <a:spLocks noGrp="1"/>
          </p:cNvSpPr>
          <p:nvPr>
            <p:ph sz="quarter" idx="1"/>
          </p:nvPr>
        </p:nvSpPr>
        <p:spPr>
          <a:xfrm>
            <a:off x="457200" y="1752600"/>
            <a:ext cx="7467600" cy="4712357"/>
          </a:xfrm>
        </p:spPr>
        <p:txBody>
          <a:bodyPr/>
          <a:lstStyle/>
          <a:p>
            <a:pPr algn="just">
              <a:buFont typeface="Arial" pitchFamily="34" charset="0"/>
              <a:buChar char="•"/>
            </a:pPr>
            <a:r>
              <a:rPr lang="en-US" altLang="en-GB" dirty="0">
                <a:latin typeface="Times New Roman" pitchFamily="18" charset="0"/>
                <a:cs typeface="Times New Roman" pitchFamily="18" charset="0"/>
              </a:rPr>
              <a:t>Abstract</a:t>
            </a:r>
          </a:p>
          <a:p>
            <a:pPr algn="just">
              <a:buFont typeface="Arial" pitchFamily="34" charset="0"/>
              <a:buChar char="•"/>
            </a:pPr>
            <a:r>
              <a:rPr lang="en-US" altLang="en-GB" dirty="0">
                <a:latin typeface="Times New Roman" pitchFamily="18" charset="0"/>
                <a:cs typeface="Times New Roman" pitchFamily="18" charset="0"/>
              </a:rPr>
              <a:t>Introduction</a:t>
            </a:r>
            <a:endParaRPr lang="en-GB" dirty="0">
              <a:latin typeface="Times New Roman" pitchFamily="18" charset="0"/>
              <a:cs typeface="Times New Roman" pitchFamily="18" charset="0"/>
            </a:endParaRPr>
          </a:p>
          <a:p>
            <a:pPr algn="just">
              <a:buFont typeface="Arial" pitchFamily="34" charset="0"/>
              <a:buChar char="•"/>
            </a:pPr>
            <a:r>
              <a:rPr lang="en-US" altLang="en-GB" dirty="0">
                <a:latin typeface="Times New Roman" pitchFamily="18" charset="0"/>
                <a:cs typeface="Times New Roman" pitchFamily="18" charset="0"/>
              </a:rPr>
              <a:t>Existing system</a:t>
            </a:r>
            <a:endParaRPr lang="en-GB" dirty="0">
              <a:latin typeface="Times New Roman" pitchFamily="18" charset="0"/>
              <a:cs typeface="Times New Roman" pitchFamily="18" charset="0"/>
            </a:endParaRPr>
          </a:p>
          <a:p>
            <a:pPr algn="just">
              <a:buFont typeface="Arial" pitchFamily="34" charset="0"/>
              <a:buChar char="•"/>
            </a:pPr>
            <a:r>
              <a:rPr lang="en-US" altLang="en-GB" dirty="0">
                <a:latin typeface="Times New Roman" pitchFamily="18" charset="0"/>
                <a:cs typeface="Times New Roman" pitchFamily="18" charset="0"/>
              </a:rPr>
              <a:t>Proposed system</a:t>
            </a:r>
          </a:p>
          <a:p>
            <a:pPr algn="just">
              <a:buFont typeface="Arial" pitchFamily="34" charset="0"/>
              <a:buChar char="•"/>
            </a:pPr>
            <a:r>
              <a:rPr lang="en-US" altLang="en-GB" dirty="0">
                <a:latin typeface="Times New Roman" pitchFamily="18" charset="0"/>
                <a:cs typeface="Times New Roman" pitchFamily="18" charset="0"/>
              </a:rPr>
              <a:t>Workflow</a:t>
            </a:r>
          </a:p>
          <a:p>
            <a:pPr algn="just">
              <a:buFont typeface="Arial" pitchFamily="34" charset="0"/>
              <a:buChar char="•"/>
            </a:pPr>
            <a:r>
              <a:rPr lang="en-US" dirty="0">
                <a:latin typeface="Times New Roman" pitchFamily="18" charset="0"/>
                <a:cs typeface="Times New Roman" pitchFamily="18" charset="0"/>
              </a:rPr>
              <a:t>System Architecture</a:t>
            </a:r>
          </a:p>
          <a:p>
            <a:pPr algn="just">
              <a:buFont typeface="Arial" pitchFamily="34" charset="0"/>
              <a:buChar char="•"/>
            </a:pPr>
            <a:r>
              <a:rPr lang="en-US" dirty="0">
                <a:latin typeface="Times New Roman" pitchFamily="18" charset="0"/>
                <a:cs typeface="Times New Roman" pitchFamily="18" charset="0"/>
              </a:rPr>
              <a:t>UML Diagrams- Class, Use-case, Sequence and Activity diagrams</a:t>
            </a:r>
          </a:p>
          <a:p>
            <a:pPr algn="just">
              <a:buFont typeface="Arial" pitchFamily="34" charset="0"/>
              <a:buChar char="•"/>
            </a:pPr>
            <a:r>
              <a:rPr lang="en-US" dirty="0">
                <a:latin typeface="Times New Roman" pitchFamily="18" charset="0"/>
                <a:cs typeface="Times New Roman" pitchFamily="18" charset="0"/>
              </a:rPr>
              <a:t>Modules</a:t>
            </a:r>
            <a:endParaRPr lang="en-GB" dirty="0">
              <a:latin typeface="Times New Roman" pitchFamily="18" charset="0"/>
              <a:cs typeface="Times New Roman" pitchFamily="18" charset="0"/>
            </a:endParaRPr>
          </a:p>
          <a:p>
            <a:pPr algn="just">
              <a:buFont typeface="Arial" pitchFamily="34" charset="0"/>
              <a:buChar char="•"/>
            </a:pPr>
            <a:r>
              <a:rPr lang="en-US" altLang="en-GB" dirty="0">
                <a:latin typeface="Times New Roman" pitchFamily="18" charset="0"/>
                <a:cs typeface="Times New Roman" pitchFamily="18" charset="0"/>
              </a:rPr>
              <a:t>System requirements</a:t>
            </a:r>
            <a:endParaRPr lang="en-GB" dirty="0">
              <a:latin typeface="Times New Roman" pitchFamily="18" charset="0"/>
              <a:cs typeface="Times New Roman" pitchFamily="18" charset="0"/>
            </a:endParaRPr>
          </a:p>
          <a:p>
            <a:pPr algn="just">
              <a:buFont typeface="Arial" pitchFamily="34" charset="0"/>
              <a:buChar char="•"/>
            </a:pPr>
            <a:r>
              <a:rPr lang="en-US" altLang="en-GB" dirty="0">
                <a:latin typeface="Times New Roman" pitchFamily="18" charset="0"/>
                <a:cs typeface="Times New Roman" pitchFamily="18" charset="0"/>
              </a:rPr>
              <a:t> References</a:t>
            </a:r>
            <a:endParaRPr lang="en-GB"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Abstract</a:t>
            </a:r>
          </a:p>
        </p:txBody>
      </p:sp>
      <p:sp>
        <p:nvSpPr>
          <p:cNvPr id="1048595" name="Content Placeholder 1"/>
          <p:cNvSpPr>
            <a:spLocks noGrp="1"/>
          </p:cNvSpPr>
          <p:nvPr>
            <p:ph sz="quarter" idx="1"/>
          </p:nvPr>
        </p:nvSpPr>
        <p:spPr>
          <a:xfrm>
            <a:off x="228600" y="1752600"/>
            <a:ext cx="7467600" cy="3047999"/>
          </a:xfrm>
        </p:spPr>
        <p:txBody>
          <a:bodyPr/>
          <a:lstStyle/>
          <a:p>
            <a:r>
              <a:t>The Smart Time Table Generator (STTG) addresses the labor-intensive and error-prone nature of manual institutional scheduling by providing an automated, deterministic solution. By utilizing a Constraint Satisfaction Problem (CSP) algorithm, the system guarantees a collision-free timetable. Crucially, the STTG natively supports an Indian College routing model: it enforces Strict Base Classrooms for theory subjects (eliminating student transit time), manages Shared Base Labs, and utilizes a Pre-Scheduling engine to group labs into contiguous 1-3 hour blocks that strictly respect lunch break boundaries. Beyond generation, the STTG features a rules-based smart substitution module that automatically identifies the best available faculty based on subject expertise and workload.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Introduction</a:t>
            </a:r>
          </a:p>
        </p:txBody>
      </p:sp>
      <p:sp>
        <p:nvSpPr>
          <p:cNvPr id="1048595" name="Content Placeholder 1"/>
          <p:cNvSpPr>
            <a:spLocks noGrp="1"/>
          </p:cNvSpPr>
          <p:nvPr>
            <p:ph sz="quarter" idx="1"/>
          </p:nvPr>
        </p:nvSpPr>
        <p:spPr>
          <a:xfrm>
            <a:off x="457200" y="1752600"/>
            <a:ext cx="7467600" cy="4712357"/>
          </a:xfrm>
        </p:spPr>
        <p:txBody>
          <a:bodyPr/>
          <a:lstStyle/>
          <a:p>
            <a:pPr marL="0" indent="0" algn="just">
              <a:buNone/>
            </a:pPr>
            <a:r>
              <a:rPr sz="2000" dirty="0"/>
              <a:t>Traditional timetabling is a cumbersome, manual process that costs institutions valuable time and resources, often leading to scheduling conflicts and faculty burnout. The Smart Time Table Generator (STTG) aims to deliver a collision-free, optimized schedule rapidly using a deterministic Constraint Satisfaction Problem (CSP) algorithm with backtracking logic. By automating these complexities through structured constraints rather than manual guesswork, the system shifts institutional scheduling from reactive management to proactive optimization, significantly reducing administrative overhead and improving overall academic planning efficiency.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Existing System</a:t>
            </a:r>
          </a:p>
        </p:txBody>
      </p:sp>
      <p:sp>
        <p:nvSpPr>
          <p:cNvPr id="1048595" name="Content Placeholder 1"/>
          <p:cNvSpPr>
            <a:spLocks noGrp="1"/>
          </p:cNvSpPr>
          <p:nvPr>
            <p:ph sz="quarter" idx="1"/>
          </p:nvPr>
        </p:nvSpPr>
        <p:spPr>
          <a:xfrm>
            <a:off x="457200" y="1752600"/>
            <a:ext cx="7467600" cy="4712357"/>
          </a:xfrm>
        </p:spPr>
        <p:txBody>
          <a:bodyPr/>
          <a:lstStyle/>
          <a:p>
            <a:pPr marL="0" indent="0" algn="just">
              <a:buNone/>
            </a:pPr>
            <a:r>
              <a:rPr sz="2000" dirty="0"/>
              <a:t>Current institutional scheduling systems rely heavily on manual processes, where administrators spend weeks creating and finalizing timetables that are highly susceptible to human error, often resulting in double-booked rooms, faculty overlaps, and uneven workload distribution. Reshuffling schedules due to unexpected faculty absences is an incredibly difficult and time-consuming task, frequently leaving departments without adequate coverage. These rigid, error-prone methods lead to imbalanced lecture distributions among faculty and provide no systematic mechanism for conflict detection or automated substitution, ultimately causing significant inefficiencies in academic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Proposed System</a:t>
            </a:r>
          </a:p>
        </p:txBody>
      </p:sp>
      <p:sp>
        <p:nvSpPr>
          <p:cNvPr id="1048595" name="Content Placeholder 1"/>
          <p:cNvSpPr>
            <a:spLocks noGrp="1"/>
          </p:cNvSpPr>
          <p:nvPr>
            <p:ph sz="quarter" idx="1"/>
          </p:nvPr>
        </p:nvSpPr>
        <p:spPr>
          <a:xfrm>
            <a:off x="457200" y="1752600"/>
            <a:ext cx="7467600" cy="4712357"/>
          </a:xfrm>
        </p:spPr>
        <p:txBody>
          <a:bodyPr/>
          <a:lstStyle/>
          <a:p>
            <a:r>
              <a:t>The proposed STTG system provides rapid, automatic schedule generation powered by a CSP algorithm with backtracking. It ensures zero resource overlaps and supports multi-tenant administration. Most importantly, the system is designed with advanced spatial routing constraints: Theory subjects are locked to fixed Base Classrooms to keep students stationary, while Lab subjects are dynamically routed to shared pool labs in contiguous blocks (preventing fragmented sessions across lunch breaks). Additionally, a Smart Substitution module automatically identifies substitute teachers by querying the database for availability, subject expertise, and workload balance.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762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Workflow</a:t>
            </a:r>
          </a:p>
        </p:txBody>
      </p:sp>
      <p:pic>
        <p:nvPicPr>
          <p:cNvPr id="1030" name="Picture 6">
            <a:extLst>
              <a:ext uri="{FF2B5EF4-FFF2-40B4-BE49-F238E27FC236}">
                <a16:creationId xmlns:a16="http://schemas.microsoft.com/office/drawing/2014/main" id="{821CA833-D71D-713A-2F4A-21B92B9065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2800" y="472833"/>
            <a:ext cx="2209800" cy="62691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System Architecture</a:t>
            </a:r>
          </a:p>
        </p:txBody>
      </p:sp>
      <p:pic>
        <p:nvPicPr>
          <p:cNvPr id="5" name="Picture 4">
            <a:extLst>
              <a:ext uri="{FF2B5EF4-FFF2-40B4-BE49-F238E27FC236}">
                <a16:creationId xmlns:a16="http://schemas.microsoft.com/office/drawing/2014/main" id="{1CCD4AE3-FC41-8A4A-1B82-B30697244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8" y="1673057"/>
            <a:ext cx="7696202" cy="40168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System Requirements</a:t>
            </a:r>
          </a:p>
        </p:txBody>
      </p:sp>
      <p:sp>
        <p:nvSpPr>
          <p:cNvPr id="1048595" name="Content Placeholder 1"/>
          <p:cNvSpPr>
            <a:spLocks noGrp="1"/>
          </p:cNvSpPr>
          <p:nvPr>
            <p:ph sz="quarter" idx="1"/>
          </p:nvPr>
        </p:nvSpPr>
        <p:spPr>
          <a:xfrm>
            <a:off x="457200" y="1752600"/>
            <a:ext cx="7467600" cy="4712357"/>
          </a:xfrm>
        </p:spPr>
        <p:txBody>
          <a:bodyPr/>
          <a:lstStyle/>
          <a:p>
            <a:pPr algn="just">
              <a:buNone/>
            </a:pPr>
            <a:r>
              <a:rPr lang="en-US" sz="2000" b="1" dirty="0">
                <a:latin typeface="Times New Roman" pitchFamily="18" charset="0"/>
                <a:cs typeface="Times New Roman" pitchFamily="18" charset="0"/>
              </a:rPr>
              <a:t>Software Requirements:</a:t>
            </a:r>
          </a:p>
          <a:p>
            <a:pPr algn="just">
              <a:buFont typeface="Arial" pitchFamily="34" charset="0"/>
              <a:buChar char="•"/>
            </a:pPr>
            <a:r>
              <a:rPr lang="en-US" sz="2000" dirty="0">
                <a:latin typeface="Times New Roman" pitchFamily="18" charset="0"/>
                <a:cs typeface="Times New Roman" pitchFamily="18" charset="0"/>
              </a:rPr>
              <a:t>Frontend Environment: React.js / Node Package Manager (NPM)</a:t>
            </a:r>
          </a:p>
          <a:p>
            <a:pPr algn="just">
              <a:buFont typeface="Arial" pitchFamily="34" charset="0"/>
              <a:buChar char="•"/>
            </a:pPr>
            <a:r>
              <a:rPr lang="en-US" sz="2000" dirty="0">
                <a:latin typeface="Times New Roman" pitchFamily="18" charset="0"/>
                <a:cs typeface="Times New Roman" pitchFamily="18" charset="0"/>
              </a:rPr>
              <a:t>Backend Environment: Python 3.x</a:t>
            </a:r>
          </a:p>
          <a:p>
            <a:pPr algn="just">
              <a:buFont typeface="Arial" pitchFamily="34" charset="0"/>
              <a:buChar char="•"/>
            </a:pPr>
            <a:r>
              <a:rPr lang="en-US" sz="2000" dirty="0">
                <a:latin typeface="Times New Roman" pitchFamily="18" charset="0"/>
                <a:cs typeface="Times New Roman" pitchFamily="18" charset="0"/>
              </a:rPr>
              <a:t>Database: PostgreSQL</a:t>
            </a:r>
          </a:p>
          <a:p>
            <a:pPr algn="just">
              <a:buFont typeface="Arial" pitchFamily="34" charset="0"/>
              <a:buChar char="•"/>
            </a:pPr>
            <a:r>
              <a:rPr lang="en-US" sz="2000" dirty="0">
                <a:latin typeface="Times New Roman" pitchFamily="18" charset="0"/>
                <a:cs typeface="Times New Roman" pitchFamily="18" charset="0"/>
              </a:rPr>
              <a:t>IDE: VS Code or PyCharm</a:t>
            </a:r>
          </a:p>
          <a:p>
            <a:pPr algn="just">
              <a:buNone/>
            </a:pPr>
            <a:endParaRPr lang="en-US" sz="20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Hardware Requirements (Minimum):</a:t>
            </a:r>
          </a:p>
          <a:p>
            <a:pPr algn="just">
              <a:buFont typeface="Arial" pitchFamily="34" charset="0"/>
              <a:buChar char="•"/>
            </a:pPr>
            <a:r>
              <a:rPr lang="en-US" sz="2000" dirty="0">
                <a:latin typeface="Times New Roman" pitchFamily="18" charset="0"/>
                <a:cs typeface="Times New Roman" pitchFamily="18" charset="0"/>
              </a:rPr>
              <a:t>Processor: Intel Core i3 / AMD Ryzen 3 or equivalent</a:t>
            </a:r>
          </a:p>
          <a:p>
            <a:pPr algn="just">
              <a:buFont typeface="Arial" pitchFamily="34" charset="0"/>
              <a:buChar char="•"/>
            </a:pPr>
            <a:r>
              <a:rPr lang="en-US" sz="2000" dirty="0">
                <a:latin typeface="Times New Roman" pitchFamily="18" charset="0"/>
                <a:cs typeface="Times New Roman" pitchFamily="18" charset="0"/>
              </a:rPr>
              <a:t>RAM: 8 GB</a:t>
            </a:r>
          </a:p>
          <a:p>
            <a:pPr algn="just">
              <a:buFont typeface="Arial" pitchFamily="34" charset="0"/>
              <a:buChar char="•"/>
            </a:pPr>
            <a:r>
              <a:rPr lang="en-US" sz="2000" dirty="0">
                <a:latin typeface="Times New Roman" pitchFamily="18" charset="0"/>
                <a:cs typeface="Times New Roman" pitchFamily="18" charset="0"/>
              </a:rPr>
              <a:t>Storage: 256 GB SSD</a:t>
            </a:r>
          </a:p>
          <a:p>
            <a:pPr algn="just">
              <a:buFont typeface="Arial" pitchFamily="34" charset="0"/>
              <a:buChar char="•"/>
            </a:pPr>
            <a:r>
              <a:rPr lang="en-US" sz="2000" dirty="0">
                <a:latin typeface="Times New Roman" pitchFamily="18" charset="0"/>
                <a:cs typeface="Times New Roman" pitchFamily="18" charset="0"/>
              </a:rPr>
              <a:t>Internet: Stable connection for cloud integration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6FC64-B425-7C15-529F-85C808CFA0E9}"/>
              </a:ext>
            </a:extLst>
          </p:cNvPr>
          <p:cNvSpPr>
            <a:spLocks noGrp="1"/>
          </p:cNvSpPr>
          <p:nvPr>
            <p:ph type="title"/>
          </p:nvPr>
        </p:nvSpPr>
        <p:spPr/>
        <p:txBody>
          <a:bodyPr/>
          <a:lstStyle/>
          <a:p>
            <a:r>
              <a:rPr lang="en-IN" b="1" dirty="0"/>
              <a:t>UML Diagrams –Use Case</a:t>
            </a:r>
          </a:p>
        </p:txBody>
      </p:sp>
      <p:pic>
        <p:nvPicPr>
          <p:cNvPr id="5" name="Graphic 4">
            <a:extLst>
              <a:ext uri="{FF2B5EF4-FFF2-40B4-BE49-F238E27FC236}">
                <a16:creationId xmlns:a16="http://schemas.microsoft.com/office/drawing/2014/main" id="{5CBBA39F-E119-8FBE-D2FB-F8B0E2BFA29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0200" y="1600200"/>
            <a:ext cx="4686300" cy="4686300"/>
          </a:xfrm>
          <a:prstGeom prst="rect">
            <a:avLst/>
          </a:prstGeom>
        </p:spPr>
      </p:pic>
    </p:spTree>
    <p:extLst>
      <p:ext uri="{BB962C8B-B14F-4D97-AF65-F5344CB8AC3E}">
        <p14:creationId xmlns:p14="http://schemas.microsoft.com/office/powerpoint/2010/main" val="3175974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4478-A818-980D-CA1E-1C295355E2C7}"/>
              </a:ext>
            </a:extLst>
          </p:cNvPr>
          <p:cNvSpPr>
            <a:spLocks noGrp="1"/>
          </p:cNvSpPr>
          <p:nvPr>
            <p:ph type="title"/>
          </p:nvPr>
        </p:nvSpPr>
        <p:spPr/>
        <p:txBody>
          <a:bodyPr/>
          <a:lstStyle/>
          <a:p>
            <a:r>
              <a:rPr lang="en-IN" b="1" dirty="0"/>
              <a:t>UML Diagram - Sequence</a:t>
            </a:r>
          </a:p>
        </p:txBody>
      </p:sp>
      <p:pic>
        <p:nvPicPr>
          <p:cNvPr id="4" name="Picture 3">
            <a:extLst>
              <a:ext uri="{FF2B5EF4-FFF2-40B4-BE49-F238E27FC236}">
                <a16:creationId xmlns:a16="http://schemas.microsoft.com/office/drawing/2014/main" id="{8EEA0159-DFB7-3BAF-3A5D-612AE7BB20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553343"/>
            <a:ext cx="4027884" cy="5054600"/>
          </a:xfrm>
          <a:prstGeom prst="rect">
            <a:avLst/>
          </a:prstGeom>
        </p:spPr>
      </p:pic>
    </p:spTree>
    <p:extLst>
      <p:ext uri="{BB962C8B-B14F-4D97-AF65-F5344CB8AC3E}">
        <p14:creationId xmlns:p14="http://schemas.microsoft.com/office/powerpoint/2010/main" val="3023845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E7D0C-1887-B2D7-F9EC-3AF822C5EBC4}"/>
              </a:ext>
            </a:extLst>
          </p:cNvPr>
          <p:cNvSpPr>
            <a:spLocks noGrp="1"/>
          </p:cNvSpPr>
          <p:nvPr>
            <p:ph type="title"/>
          </p:nvPr>
        </p:nvSpPr>
        <p:spPr/>
        <p:txBody>
          <a:bodyPr/>
          <a:lstStyle/>
          <a:p>
            <a:r>
              <a:rPr lang="en-IN" b="1" dirty="0"/>
              <a:t>UML Diagram - Activity</a:t>
            </a:r>
          </a:p>
        </p:txBody>
      </p:sp>
      <p:pic>
        <p:nvPicPr>
          <p:cNvPr id="5" name="Picture 4">
            <a:extLst>
              <a:ext uri="{FF2B5EF4-FFF2-40B4-BE49-F238E27FC236}">
                <a16:creationId xmlns:a16="http://schemas.microsoft.com/office/drawing/2014/main" id="{5018D7DF-8B08-FFA4-624F-27C72B1F8A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2290" y="1716666"/>
            <a:ext cx="2579420" cy="4866696"/>
          </a:xfrm>
          <a:prstGeom prst="rect">
            <a:avLst/>
          </a:prstGeom>
        </p:spPr>
      </p:pic>
    </p:spTree>
    <p:extLst>
      <p:ext uri="{BB962C8B-B14F-4D97-AF65-F5344CB8AC3E}">
        <p14:creationId xmlns:p14="http://schemas.microsoft.com/office/powerpoint/2010/main" val="2749008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2121-B06B-D2FB-90D0-AC49059375C6}"/>
              </a:ext>
            </a:extLst>
          </p:cNvPr>
          <p:cNvSpPr>
            <a:spLocks noGrp="1"/>
          </p:cNvSpPr>
          <p:nvPr>
            <p:ph type="title"/>
          </p:nvPr>
        </p:nvSpPr>
        <p:spPr/>
        <p:txBody>
          <a:bodyPr/>
          <a:lstStyle/>
          <a:p>
            <a:r>
              <a:rPr lang="en-IN" b="1" dirty="0"/>
              <a:t>UML Diagram – Class Diagram</a:t>
            </a:r>
          </a:p>
        </p:txBody>
      </p:sp>
      <p:pic>
        <p:nvPicPr>
          <p:cNvPr id="5" name="Picture 4">
            <a:extLst>
              <a:ext uri="{FF2B5EF4-FFF2-40B4-BE49-F238E27FC236}">
                <a16:creationId xmlns:a16="http://schemas.microsoft.com/office/drawing/2014/main" id="{438995E8-94F9-1937-6E7E-85C3C7466E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7800" y="1412722"/>
            <a:ext cx="5181600" cy="5048486"/>
          </a:xfrm>
          <a:prstGeom prst="rect">
            <a:avLst/>
          </a:prstGeom>
        </p:spPr>
      </p:pic>
    </p:spTree>
    <p:extLst>
      <p:ext uri="{BB962C8B-B14F-4D97-AF65-F5344CB8AC3E}">
        <p14:creationId xmlns:p14="http://schemas.microsoft.com/office/powerpoint/2010/main" val="988301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D3523-6D10-D33F-D36E-8DA34E8FD1A7}"/>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FD83050A-A250-FF04-6BD2-60085E29F265}"/>
              </a:ext>
            </a:extLst>
          </p:cNvPr>
          <p:cNvSpPr>
            <a:spLocks noGrp="1"/>
          </p:cNvSpPr>
          <p:nvPr>
            <p:ph sz="quarter" idx="1"/>
          </p:nvPr>
        </p:nvSpPr>
        <p:spPr/>
        <p:txBody>
          <a:bodyPr/>
          <a:lstStyle/>
          <a:p>
            <a:r>
              <a:t>Data Management: Subjects, Faculty, Departments.</a:t>
            </a:r>
          </a:p>
          <a:p>
            <a:r>
              <a:t>Constraints Engine: Hard/Soft rules, Base Classroom Routing, Lab Block Pre-Scheduling.</a:t>
            </a:r>
          </a:p>
          <a:p>
            <a:r>
              <a:t>Generation: CSP-based optimization.</a:t>
            </a:r>
          </a:p>
          <a:p>
            <a:r>
              <a:t>Smart Substitution: Backup faculty mapping.</a:t>
            </a:r>
          </a:p>
        </p:txBody>
      </p:sp>
    </p:spTree>
    <p:extLst>
      <p:ext uri="{BB962C8B-B14F-4D97-AF65-F5344CB8AC3E}">
        <p14:creationId xmlns:p14="http://schemas.microsoft.com/office/powerpoint/2010/main" val="4090181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References</a:t>
            </a:r>
          </a:p>
        </p:txBody>
      </p:sp>
      <p:sp>
        <p:nvSpPr>
          <p:cNvPr id="1048595" name="Content Placeholder 1"/>
          <p:cNvSpPr>
            <a:spLocks noGrp="1"/>
          </p:cNvSpPr>
          <p:nvPr>
            <p:ph sz="quarter" idx="1"/>
          </p:nvPr>
        </p:nvSpPr>
        <p:spPr>
          <a:xfrm>
            <a:off x="457200" y="1752600"/>
            <a:ext cx="7467600" cy="4712357"/>
          </a:xfrm>
        </p:spPr>
        <p:txBody>
          <a:bodyPr/>
          <a:lstStyle/>
          <a:p>
            <a:pPr algn="just">
              <a:buNone/>
            </a:pPr>
            <a:r>
              <a:rPr lang="en-US" sz="2000" dirty="0">
                <a:latin typeface="Times New Roman" pitchFamily="18" charset="0"/>
                <a:cs typeface="Times New Roman" pitchFamily="18" charset="0"/>
              </a:rPr>
              <a:t>1.  Constraint Processing and Backtracking Search algorithms in modern scheduling. </a:t>
            </a:r>
            <a:r>
              <a:rPr lang="en-US" sz="2000" dirty="0">
                <a:latin typeface="Times New Roman" pitchFamily="18" charset="0"/>
                <a:cs typeface="Times New Roman" pitchFamily="18" charset="0"/>
                <a:hlinkClick r:id="rId2"/>
              </a:rPr>
              <a:t>https://personales.upv.es/misagre/papers/jim-survey.pdf</a:t>
            </a:r>
            <a:endParaRPr lang="en-US" sz="2000" dirty="0">
              <a:latin typeface="Times New Roman" pitchFamily="18" charset="0"/>
              <a:cs typeface="Times New Roman" pitchFamily="18" charset="0"/>
            </a:endParaRPr>
          </a:p>
          <a:p>
            <a:pPr algn="just">
              <a:buNone/>
            </a:pP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2.  Relational Database Design for Academic Timetabling Systems. </a:t>
            </a:r>
            <a:r>
              <a:rPr lang="en-US" sz="2000" dirty="0">
                <a:latin typeface="Times New Roman" pitchFamily="18" charset="0"/>
                <a:cs typeface="Times New Roman" pitchFamily="18" charset="0"/>
                <a:hlinkClick r:id="rId3"/>
              </a:rPr>
              <a:t>https://www.ijraset.com/best-journal/examination-timetable-generator</a:t>
            </a:r>
            <a:endParaRPr lang="en-US" sz="2000" dirty="0">
              <a:latin typeface="Times New Roman" pitchFamily="18" charset="0"/>
              <a:cs typeface="Times New Roman" pitchFamily="18" charset="0"/>
            </a:endParaRPr>
          </a:p>
          <a:p>
            <a:pPr algn="just">
              <a:buNone/>
            </a:pP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3.  Graph Coloring and its Applications to Timetable Generation. </a:t>
            </a:r>
            <a:r>
              <a:rPr lang="en-US" sz="2000" dirty="0">
                <a:latin typeface="Times New Roman" pitchFamily="18" charset="0"/>
                <a:cs typeface="Times New Roman" pitchFamily="18" charset="0"/>
                <a:hlinkClick r:id="rId4"/>
              </a:rPr>
              <a:t>https://www.researchgate.net/profile/Baki-Koyuncu/publication/242611694_STUDENT_TIME_TABLE_BY_USING_GRAPH_COLORING_ALGORITHM/links/5e591bb74585152ce8f64bca/STUDENT-TIME-TABLE-BY-USING-GRAPH-COLORING-ALGORITHM.pdf</a:t>
            </a:r>
            <a:endParaRPr lang="en-US" sz="20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DB785-852F-8264-78DE-84D6908AF7E5}"/>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22CBD957-49AF-4E47-0F91-8809A037ACC8}"/>
              </a:ext>
            </a:extLst>
          </p:cNvPr>
          <p:cNvSpPr>
            <a:spLocks noGrp="1"/>
          </p:cNvSpPr>
          <p:nvPr>
            <p:ph sz="quarter" idx="1"/>
          </p:nvPr>
        </p:nvSpPr>
        <p:spPr/>
        <p:txBody>
          <a:bodyPr/>
          <a:lstStyle/>
          <a:p>
            <a:pPr marL="0" indent="0">
              <a:buNone/>
            </a:pPr>
            <a:r>
              <a:rPr lang="en-GB" sz="2000" dirty="0"/>
              <a:t>In conclusion, the Smart Time Table Generator (STTG) successfully addresses the complex, time-consuming challenge of academic scheduling by transforming a manual, error-prone process into an automated, highly efficient system. By leveraging advanced optimization algorithms alongside a robust, modern technology stack, STTG delivers a scalable, multi-tenant platform that guarantees clash-free timetables, seamlessly handles dynamic constraints, and intelligently manages faculty substitutions. Ultimately, STTG empowers educational institutions to minimize administrative overhead, optimize resource allocation, and ensure a smooth, uninterrupted academic experience for both faculty and students.</a:t>
            </a:r>
            <a:endParaRPr lang="en-IN" sz="2000" dirty="0"/>
          </a:p>
        </p:txBody>
      </p:sp>
    </p:spTree>
    <p:extLst>
      <p:ext uri="{BB962C8B-B14F-4D97-AF65-F5344CB8AC3E}">
        <p14:creationId xmlns:p14="http://schemas.microsoft.com/office/powerpoint/2010/main" val="26068812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themeOverride>
</file>

<file path=docProps/app.xml><?xml version="1.0" encoding="utf-8"?>
<Properties xmlns="http://schemas.openxmlformats.org/officeDocument/2006/extended-properties" xmlns:vt="http://schemas.openxmlformats.org/officeDocument/2006/docPropsVTypes">
  <TotalTime>410</TotalTime>
  <Words>818</Words>
  <Application>Microsoft Office PowerPoint</Application>
  <PresentationFormat>On-screen Show (4:3)</PresentationFormat>
  <Paragraphs>55</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Century Schoolbook</vt:lpstr>
      <vt:lpstr>Times New Roman</vt:lpstr>
      <vt:lpstr>Verdana</vt:lpstr>
      <vt:lpstr>Wingdings</vt:lpstr>
      <vt:lpstr>Wingdings 2</vt:lpstr>
      <vt:lpstr>Oriel</vt:lpstr>
      <vt:lpstr>Teegala Krishna Reddy Engineering College   Project Title:  Smart Time Table Generator (STTG)</vt:lpstr>
      <vt:lpstr>Agenda</vt:lpstr>
      <vt:lpstr>Abstract</vt:lpstr>
      <vt:lpstr>Introduction</vt:lpstr>
      <vt:lpstr>Existing System</vt:lpstr>
      <vt:lpstr>Proposed System</vt:lpstr>
      <vt:lpstr>Workflow</vt:lpstr>
      <vt:lpstr>System Architecture</vt:lpstr>
      <vt:lpstr>System Requirements</vt:lpstr>
      <vt:lpstr>UML Diagrams –Use Case</vt:lpstr>
      <vt:lpstr>UML Diagram - Sequence</vt:lpstr>
      <vt:lpstr>UML Diagram - Activity</vt:lpstr>
      <vt:lpstr>UML Diagram – Class Diagram</vt:lpstr>
      <vt:lpstr>Modules</vt:lpstr>
      <vt:lpstr>References</vt:lpstr>
      <vt:lpstr>Conclusion</vt:lpstr>
    </vt:vector>
  </TitlesOfParts>
  <Company>Tata Consultancy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blue_brain2</dc:title>
  <dc:creator>www.egtoget.org</dc:creator>
  <cp:lastModifiedBy>Sai Tanuku</cp:lastModifiedBy>
  <cp:revision>30</cp:revision>
  <dcterms:created xsi:type="dcterms:W3CDTF">2008-01-09T18:33:21Z</dcterms:created>
  <dcterms:modified xsi:type="dcterms:W3CDTF">2026-04-22T18:19:03Z</dcterms:modified>
</cp:coreProperties>
</file>